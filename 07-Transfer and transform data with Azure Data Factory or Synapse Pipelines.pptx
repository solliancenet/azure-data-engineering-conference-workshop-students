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418" r:id="rId3"/>
    <p:sldId id="2076137769" r:id="rId4"/>
    <p:sldId id="3170" r:id="rId5"/>
    <p:sldId id="257" r:id="rId6"/>
    <p:sldId id="2076137766" r:id="rId7"/>
    <p:sldId id="2076137767" r:id="rId8"/>
    <p:sldId id="2134805584" r:id="rId9"/>
    <p:sldId id="2076137314" r:id="rId10"/>
    <p:sldId id="2076137329" r:id="rId11"/>
    <p:sldId id="10038" r:id="rId12"/>
    <p:sldId id="2076138286" r:id="rId13"/>
    <p:sldId id="420" r:id="rId14"/>
    <p:sldId id="421" r:id="rId15"/>
    <p:sldId id="2076138287" r:id="rId16"/>
    <p:sldId id="2076137768" r:id="rId17"/>
    <p:sldId id="2134804634" r:id="rId18"/>
    <p:sldId id="2134804633" r:id="rId19"/>
    <p:sldId id="42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7C8"/>
    <a:srgbClr val="BABBBC"/>
    <a:srgbClr val="FFFFFF"/>
    <a:srgbClr val="0358A4"/>
    <a:srgbClr val="27AB53"/>
    <a:srgbClr val="46D577"/>
    <a:srgbClr val="CCC700"/>
    <a:srgbClr val="EDE600"/>
    <a:srgbClr val="008CE2"/>
    <a:srgbClr val="1A1F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92" autoAdjust="0"/>
    <p:restoredTop sz="86190" autoAdjust="0"/>
  </p:normalViewPr>
  <p:slideViewPr>
    <p:cSldViewPr snapToGrid="0" showGuides="1">
      <p:cViewPr varScale="1">
        <p:scale>
          <a:sx n="139" d="100"/>
          <a:sy n="139" d="100"/>
        </p:scale>
        <p:origin x="1104" y="76"/>
      </p:cViewPr>
      <p:guideLst>
        <p:guide orient="horz" pos="2160"/>
        <p:guide pos="3840"/>
      </p:guideLst>
    </p:cSldViewPr>
  </p:slideViewPr>
  <p:outlineViewPr>
    <p:cViewPr>
      <p:scale>
        <a:sx n="33" d="100"/>
        <a:sy n="33" d="100"/>
      </p:scale>
      <p:origin x="0" y="-20997"/>
    </p:cViewPr>
  </p:outlineViewPr>
  <p:notesTextViewPr>
    <p:cViewPr>
      <p:scale>
        <a:sx n="3" d="2"/>
        <a:sy n="3" d="2"/>
      </p:scale>
      <p:origin x="0" y="0"/>
    </p:cViewPr>
  </p:notesTextViewPr>
  <p:sorterViewPr>
    <p:cViewPr>
      <p:scale>
        <a:sx n="80" d="100"/>
        <a:sy n="80" d="100"/>
      </p:scale>
      <p:origin x="0" y="0"/>
    </p:cViewPr>
  </p:sorterViewPr>
  <p:notesViewPr>
    <p:cSldViewPr snapToGrid="0" showGuides="1">
      <p:cViewPr varScale="1">
        <p:scale>
          <a:sx n="85" d="100"/>
          <a:sy n="85" d="100"/>
        </p:scale>
        <p:origin x="2055" y="6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CE5E28-6D4B-4810-A079-D751FE23C4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E7E4E85-A2D1-4428-85A8-B371B6AEA3A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56BDA5-FBCC-43E1-957B-02AF36889AD5}" type="datetimeFigureOut">
              <a:rPr lang="en-US" smtClean="0"/>
              <a:t>9/5/2024</a:t>
            </a:fld>
            <a:endParaRPr lang="en-US"/>
          </a:p>
        </p:txBody>
      </p:sp>
      <p:sp>
        <p:nvSpPr>
          <p:cNvPr id="4" name="Footer Placeholder 3">
            <a:extLst>
              <a:ext uri="{FF2B5EF4-FFF2-40B4-BE49-F238E27FC236}">
                <a16:creationId xmlns:a16="http://schemas.microsoft.com/office/drawing/2014/main" id="{F7709AED-0ECA-4AC2-81B5-8768A3F9588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979531E-4E81-41B9-97A8-8F57DA33FD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741FA5-E9CF-49C4-A86E-63E2406CDC57}" type="slidenum">
              <a:rPr lang="en-US" smtClean="0"/>
              <a:t>‹#›</a:t>
            </a:fld>
            <a:endParaRPr lang="en-US"/>
          </a:p>
        </p:txBody>
      </p:sp>
    </p:spTree>
    <p:extLst>
      <p:ext uri="{BB962C8B-B14F-4D97-AF65-F5344CB8AC3E}">
        <p14:creationId xmlns:p14="http://schemas.microsoft.com/office/powerpoint/2010/main" val="2365385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4CDF0-0D54-4AFE-B409-D6358A9BB9A1}" type="datetimeFigureOut">
              <a:rPr lang="en-US" smtClean="0"/>
              <a:t>9/5/2024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E24C93-78CA-4AF0-9E77-825D60ABA46D}" type="slidenum">
              <a:rPr lang="en-US" smtClean="0"/>
              <a:t>‹#›</a:t>
            </a:fld>
            <a:endParaRPr lang="en-US"/>
          </a:p>
        </p:txBody>
      </p:sp>
    </p:spTree>
    <p:extLst>
      <p:ext uri="{BB962C8B-B14F-4D97-AF65-F5344CB8AC3E}">
        <p14:creationId xmlns:p14="http://schemas.microsoft.com/office/powerpoint/2010/main" val="3628315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ocs.microsoft.com/en-us/learn/modules/code-free-transformation-scale/"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microsoft.com/en-us/learn/modules/use-data-loading-best-practices-azure-synapse-analytics/"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microsoft.com/en-us/sql/relational-databases/security/permissions-database-engine"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and guidance.</a:t>
            </a:r>
          </a:p>
          <a:p>
            <a:endParaRPr lang="en-US" dirty="0"/>
          </a:p>
          <a:p>
            <a:r>
              <a:rPr lang="en-GB" b="0" i="0" dirty="0">
                <a:solidFill>
                  <a:srgbClr val="171717"/>
                </a:solidFill>
                <a:effectLst/>
                <a:latin typeface="Segoe UI" panose="020B0502040204020203" pitchFamily="34" charset="0"/>
              </a:rPr>
              <a:t>In this module, explain to the students that they will learn how Azure Data Factory/Synapse Pipelines can orchestrate large scale data movement by using other Azure Data Platform and Machine Learning technologies. Stress to the students that this enables them to take advantage of the capabilities of other Azure Data Platforms to manipulate data rather than using the built-in capabilities of Azure Data Factory/Azure Synapse Pipelines (ADF/ASP) including the copy activity and the mapping data flow covered in the previous modules.</a:t>
            </a:r>
          </a:p>
          <a:p>
            <a:endParaRPr lang="en-GB" b="0" i="0" dirty="0">
              <a:solidFill>
                <a:srgbClr val="171717"/>
              </a:solidFill>
              <a:effectLst/>
              <a:latin typeface="Segoe UI" panose="020B0502040204020203" pitchFamily="34" charset="0"/>
            </a:endParaRPr>
          </a:p>
          <a:p>
            <a:r>
              <a:rPr lang="en-GB" b="0" i="0" dirty="0">
                <a:solidFill>
                  <a:srgbClr val="171717"/>
                </a:solidFill>
                <a:effectLst/>
                <a:latin typeface="Segoe UI" panose="020B0502040204020203" pitchFamily="34" charset="0"/>
              </a:rPr>
              <a:t>The reason for taking this approach is varied. Some organization may already have data engineering investments in other technologies that they would like to take advantage of. It could be that Azure Data Factory/Azure Synapse Pipelines does not have the capabilities that are required within the pipeline. At a simple level, you may have a team of data engineers that simply have a preference for using a specific technology. Regardless of the reason, this module explores how you can take advantage of Azure Data Factory/Azure Synapse Pipelines to orchestrate the pipeline that involves other Data Platform technologies. As a result, you need to be familiar with the Azure Data Factory/Azure Synapse Pipelines Control Flow component and how parameters can be used within them.</a:t>
            </a:r>
          </a:p>
          <a:p>
            <a:endParaRPr lang="en-GB" b="0" i="0" dirty="0">
              <a:solidFill>
                <a:srgbClr val="171717"/>
              </a:solidFill>
              <a:effectLst/>
              <a:latin typeface="Segoe UI" panose="020B0502040204020203" pitchFamily="34" charset="0"/>
            </a:endParaRPr>
          </a:p>
          <a:p>
            <a:r>
              <a:rPr lang="en-GB" b="0" i="0" dirty="0">
                <a:solidFill>
                  <a:srgbClr val="171717"/>
                </a:solidFill>
                <a:effectLst/>
                <a:latin typeface="Segoe UI" panose="020B0502040204020203" pitchFamily="34" charset="0"/>
              </a:rPr>
              <a:t>Share with the students that Azure Data Factory/Azure Synapse Pipelines can work with a wide variety of data platform technologies from Azure Machine Learning through to Azure Functions. In this module and the associate lab, share that you will explore how we can orchestrate notebooks as that is a common tool used by data engineering.</a:t>
            </a:r>
          </a:p>
        </p:txBody>
      </p:sp>
      <p:sp>
        <p:nvSpPr>
          <p:cNvPr id="4" name="Slide Number Placeholder 3"/>
          <p:cNvSpPr>
            <a:spLocks noGrp="1"/>
          </p:cNvSpPr>
          <p:nvPr>
            <p:ph type="sldNum" sz="quarter" idx="5"/>
          </p:nvPr>
        </p:nvSpPr>
        <p:spPr/>
        <p:txBody>
          <a:bodyPr/>
          <a:lstStyle/>
          <a:p>
            <a:fld id="{37E24C93-78CA-4AF0-9E77-825D60ABA46D}" type="slidenum">
              <a:rPr lang="en-US" smtClean="0"/>
              <a:t>1</a:t>
            </a:fld>
            <a:endParaRPr lang="en-US"/>
          </a:p>
        </p:txBody>
      </p:sp>
    </p:spTree>
    <p:extLst>
      <p:ext uri="{BB962C8B-B14F-4D97-AF65-F5344CB8AC3E}">
        <p14:creationId xmlns:p14="http://schemas.microsoft.com/office/powerpoint/2010/main" val="3764382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TALKING POINTS</a:t>
            </a:r>
          </a:p>
          <a:p>
            <a:endParaRPr lang="en-US" sz="1200" dirty="0"/>
          </a:p>
          <a:p>
            <a:r>
              <a:rPr lang="en-US" sz="1200" dirty="0"/>
              <a:t>Let’s set an agenda for today’s presentation in which we are going to discuss the following:</a:t>
            </a:r>
          </a:p>
          <a:p>
            <a:endParaRPr lang="en-US" sz="1200" dirty="0"/>
          </a:p>
          <a:p>
            <a:pPr marL="171450" indent="-171450">
              <a:buFont typeface="Arial" panose="020B0604020202020204" pitchFamily="34" charset="0"/>
              <a:buChar char="•"/>
            </a:pPr>
            <a:r>
              <a:rPr lang="en-GB" dirty="0"/>
              <a:t>Integrate data from Notebooks with Azure Data Factory or Azure Synapse Pipelines</a:t>
            </a:r>
          </a:p>
          <a:p>
            <a:pPr>
              <a:buFont typeface="Arial" panose="020B0604020202020204" pitchFamily="34" charset="0"/>
              <a:buNone/>
            </a:pPr>
            <a:endParaRPr lang="en-US" sz="1200" dirty="0">
              <a:latin typeface="Helvetica Neue"/>
              <a:sym typeface="Helvetica Neue"/>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1" dirty="0"/>
              <a:t>PRESENTER NOTES AND GUIDANCE</a:t>
            </a:r>
          </a:p>
          <a:p>
            <a:endParaRPr lang="en-IE" sz="1200" dirty="0"/>
          </a:p>
          <a:p>
            <a:r>
              <a:rPr lang="en-IE" sz="1200" dirty="0"/>
              <a:t>Don’t take too much time in order to present the agenda. Make the points in the topics. </a:t>
            </a:r>
            <a:endParaRPr lang="en-US" sz="1200" dirty="0"/>
          </a:p>
          <a:p>
            <a:endParaRPr lang="en-GB" dirty="0"/>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2</a:t>
            </a:fld>
            <a:endParaRPr lang="en-US"/>
          </a:p>
        </p:txBody>
      </p:sp>
    </p:spTree>
    <p:extLst>
      <p:ext uri="{BB962C8B-B14F-4D97-AF65-F5344CB8AC3E}">
        <p14:creationId xmlns:p14="http://schemas.microsoft.com/office/powerpoint/2010/main" val="1206117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E24C93-78CA-4AF0-9E77-825D60ABA46D}" type="slidenum">
              <a:rPr lang="en-US" smtClean="0"/>
              <a:t>3</a:t>
            </a:fld>
            <a:endParaRPr lang="en-US"/>
          </a:p>
        </p:txBody>
      </p:sp>
    </p:spTree>
    <p:extLst>
      <p:ext uri="{BB962C8B-B14F-4D97-AF65-F5344CB8AC3E}">
        <p14:creationId xmlns:p14="http://schemas.microsoft.com/office/powerpoint/2010/main" val="830619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554" eaLnBrk="1" fontAlgn="auto" latinLnBrk="0" hangingPunct="1">
              <a:lnSpc>
                <a:spcPct val="117999"/>
              </a:lnSpc>
              <a:spcBef>
                <a:spcPts val="0"/>
              </a:spcBef>
              <a:spcAft>
                <a:spcPts val="0"/>
              </a:spcAft>
              <a:buClrTx/>
              <a:buSzTx/>
              <a:buFontTx/>
              <a:buNone/>
              <a:tabLst/>
              <a:defRPr/>
            </a:pPr>
            <a:r>
              <a:rPr lang="en-US" sz="900" b="1" dirty="0"/>
              <a:t>Talking points</a:t>
            </a:r>
          </a:p>
          <a:p>
            <a:endParaRPr lang="en-US" sz="900" dirty="0"/>
          </a:p>
          <a:p>
            <a:r>
              <a:rPr lang="en-US" sz="900" dirty="0"/>
              <a:t>Let’s dive into the data flow mapping</a:t>
            </a:r>
          </a:p>
          <a:p>
            <a:endParaRPr lang="en-US" sz="900" dirty="0"/>
          </a:p>
          <a:p>
            <a:pPr marL="171450" indent="-171450">
              <a:buFont typeface="Arial" panose="020B0604020202020204" pitchFamily="34" charset="0"/>
              <a:buChar char="•"/>
            </a:pPr>
            <a:r>
              <a:rPr lang="en-US" sz="900" b="0" i="0" u="none" strike="noStrike" kern="1200" dirty="0">
                <a:solidFill>
                  <a:schemeClr val="tx1"/>
                </a:solidFill>
                <a:effectLst/>
                <a:latin typeface="Segoe UI" panose="020B0502040204020203" pitchFamily="34" charset="0"/>
                <a:ea typeface="+mn-ea"/>
                <a:cs typeface="+mn-cs"/>
              </a:rPr>
              <a:t>Mapping data flows are visually designed data transformations in Azure Data Factory or Azure Synapse Pipelines.</a:t>
            </a:r>
          </a:p>
          <a:p>
            <a:pPr marL="171450" indent="-171450">
              <a:buFont typeface="Arial" panose="020B0604020202020204" pitchFamily="34" charset="0"/>
              <a:buChar char="•"/>
            </a:pPr>
            <a:endParaRPr lang="en-US" sz="900" b="0" i="0" u="none" strike="noStrike" kern="1200" dirty="0">
              <a:solidFill>
                <a:schemeClr val="tx1"/>
              </a:solidFill>
              <a:effectLst/>
              <a:latin typeface="Segoe UI" panose="020B0502040204020203" pitchFamily="34" charset="0"/>
              <a:ea typeface="+mn-ea"/>
              <a:cs typeface="+mn-cs"/>
            </a:endParaRPr>
          </a:p>
          <a:p>
            <a:pPr marL="171450" indent="-171450">
              <a:buFont typeface="Arial" panose="020B0604020202020204" pitchFamily="34" charset="0"/>
              <a:buChar char="•"/>
            </a:pPr>
            <a:r>
              <a:rPr lang="en-US" sz="900" b="0" i="0" u="none" strike="noStrike" kern="1200" dirty="0">
                <a:solidFill>
                  <a:schemeClr val="tx1"/>
                </a:solidFill>
                <a:effectLst/>
                <a:latin typeface="Segoe UI" panose="020B0502040204020203" pitchFamily="34" charset="0"/>
                <a:ea typeface="+mn-ea"/>
                <a:cs typeface="+mn-cs"/>
              </a:rPr>
              <a:t>Data flows allow data engineers to develop graphical data transformation logic without writing code. </a:t>
            </a:r>
          </a:p>
          <a:p>
            <a:pPr marL="171450" indent="-171450">
              <a:buFont typeface="Arial" panose="020B0604020202020204" pitchFamily="34" charset="0"/>
              <a:buChar char="•"/>
            </a:pPr>
            <a:endParaRPr lang="en-US" sz="900" b="0" i="0" u="none" strike="noStrike" kern="1200" dirty="0">
              <a:solidFill>
                <a:schemeClr val="tx1"/>
              </a:solidFill>
              <a:effectLst/>
              <a:latin typeface="Segoe UI" panose="020B0502040204020203" pitchFamily="34" charset="0"/>
              <a:ea typeface="+mn-ea"/>
              <a:cs typeface="+mn-cs"/>
            </a:endParaRPr>
          </a:p>
          <a:p>
            <a:pPr marL="171450" indent="-171450">
              <a:buFont typeface="Arial" panose="020B0604020202020204" pitchFamily="34" charset="0"/>
              <a:buChar char="•"/>
            </a:pPr>
            <a:r>
              <a:rPr lang="en-US" sz="900" b="0" i="0" u="none" strike="noStrike" kern="1200" dirty="0">
                <a:solidFill>
                  <a:schemeClr val="tx1"/>
                </a:solidFill>
                <a:effectLst/>
                <a:latin typeface="Segoe UI" panose="020B0502040204020203" pitchFamily="34" charset="0"/>
                <a:ea typeface="+mn-ea"/>
                <a:cs typeface="+mn-cs"/>
              </a:rPr>
              <a:t>The resulting data flows are executed as activities within Azure Data Factory/Synapse pipelines that use scaled-out Spark clusters. </a:t>
            </a:r>
          </a:p>
          <a:p>
            <a:pPr marL="171450" indent="-171450">
              <a:buFont typeface="Arial" panose="020B0604020202020204" pitchFamily="34" charset="0"/>
              <a:buChar char="•"/>
            </a:pPr>
            <a:endParaRPr lang="en-US" sz="900" b="0" i="0" u="none" strike="noStrike" kern="1200" dirty="0">
              <a:solidFill>
                <a:schemeClr val="tx1"/>
              </a:solidFill>
              <a:effectLst/>
              <a:latin typeface="Segoe UI" panose="020B0502040204020203" pitchFamily="34" charset="0"/>
              <a:ea typeface="+mn-ea"/>
              <a:cs typeface="+mn-cs"/>
            </a:endParaRPr>
          </a:p>
          <a:p>
            <a:pPr marL="171450" indent="-171450">
              <a:buFont typeface="Arial" panose="020B0604020202020204" pitchFamily="34" charset="0"/>
              <a:buChar char="•"/>
            </a:pPr>
            <a:r>
              <a:rPr lang="en-US" sz="900" b="0" i="0" u="none" strike="noStrike" kern="1200" dirty="0">
                <a:solidFill>
                  <a:schemeClr val="tx1"/>
                </a:solidFill>
                <a:effectLst/>
                <a:latin typeface="Segoe UI" panose="020B0502040204020203" pitchFamily="34" charset="0"/>
                <a:ea typeface="+mn-ea"/>
                <a:cs typeface="+mn-cs"/>
              </a:rPr>
              <a:t>Data flow activities can be operationalized via existing Data Factory/Synapse Pipeline scheduling, control, flow, and monitoring capabilities. Mapping data flows provide a fully visual experience with no coding required. </a:t>
            </a:r>
          </a:p>
          <a:p>
            <a:pPr marL="171450" indent="-171450">
              <a:buFont typeface="Arial" panose="020B0604020202020204" pitchFamily="34" charset="0"/>
              <a:buChar char="•"/>
            </a:pPr>
            <a:endParaRPr lang="en-US" sz="900" b="0" i="0" u="none" strike="noStrike" kern="1200" dirty="0">
              <a:solidFill>
                <a:schemeClr val="tx1"/>
              </a:solidFill>
              <a:effectLst/>
              <a:latin typeface="Segoe UI" panose="020B0502040204020203" pitchFamily="34" charset="0"/>
              <a:ea typeface="+mn-ea"/>
              <a:cs typeface="+mn-cs"/>
            </a:endParaRPr>
          </a:p>
          <a:p>
            <a:pPr marL="171450" indent="-171450">
              <a:buFont typeface="Arial" panose="020B0604020202020204" pitchFamily="34" charset="0"/>
              <a:buChar char="•"/>
            </a:pPr>
            <a:r>
              <a:rPr lang="en-US" sz="900" b="0" i="0" u="none" strike="noStrike" kern="1200" dirty="0">
                <a:solidFill>
                  <a:schemeClr val="tx1"/>
                </a:solidFill>
                <a:effectLst/>
                <a:latin typeface="Segoe UI" panose="020B0502040204020203" pitchFamily="34" charset="0"/>
                <a:ea typeface="+mn-ea"/>
                <a:cs typeface="+mn-cs"/>
              </a:rPr>
              <a:t>Your data flows will run on your own execution cluster for scaled-out data processing. Azure Data Factory/Synapse handles all the code translation, path optimization, and execution of your data flow jobs.</a:t>
            </a:r>
          </a:p>
          <a:p>
            <a:pPr marL="171450" indent="-171450">
              <a:buFont typeface="Arial" panose="020B0604020202020204" pitchFamily="34" charset="0"/>
              <a:buChar char="•"/>
            </a:pPr>
            <a:endParaRPr lang="en-US" sz="900" b="0" i="0" u="none" strike="noStrike" kern="1200" dirty="0">
              <a:solidFill>
                <a:schemeClr val="tx1"/>
              </a:solidFill>
              <a:effectLst/>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Data Flow mapping brings the following benefits and capabilities:</a:t>
            </a:r>
          </a:p>
          <a:p>
            <a:endParaRPr lang="en-US" sz="900" dirty="0"/>
          </a:p>
          <a:p>
            <a:pPr>
              <a:spcAft>
                <a:spcPts val="3000"/>
              </a:spcAft>
            </a:pPr>
            <a:r>
              <a:rPr lang="en-US" sz="900" dirty="0"/>
              <a:t>- Perform data cleansing, transformation, aggregations, etc.</a:t>
            </a:r>
          </a:p>
          <a:p>
            <a:pPr>
              <a:spcAft>
                <a:spcPts val="3000"/>
              </a:spcAft>
            </a:pPr>
            <a:r>
              <a:rPr lang="en-US" sz="900" dirty="0"/>
              <a:t>- Enables you to build resilient data flows in a code free environment</a:t>
            </a:r>
          </a:p>
          <a:p>
            <a:pPr>
              <a:spcAft>
                <a:spcPts val="3000"/>
              </a:spcAft>
            </a:pPr>
            <a:r>
              <a:rPr lang="en-US" sz="900" dirty="0"/>
              <a:t>- Enable you to focus on building business logic and data transformation</a:t>
            </a:r>
          </a:p>
          <a:p>
            <a:pPr marL="0" indent="0">
              <a:spcAft>
                <a:spcPts val="3000"/>
              </a:spcAft>
              <a:buFontTx/>
              <a:buNone/>
            </a:pPr>
            <a:r>
              <a:rPr lang="en-US" sz="900" dirty="0"/>
              <a:t>- The underlying infrastructure is provisioned automatically with cloud scale via Spark execution</a:t>
            </a:r>
          </a:p>
          <a:p>
            <a:endParaRPr lang="en-US" sz="9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Like many data transformation tools, Mapping Data Flow in Azure Data factory supports a great variety of data transformations.</a:t>
            </a:r>
          </a:p>
          <a:p>
            <a:pPr marL="0" indent="0">
              <a:buNone/>
            </a:pPr>
            <a:endParaRPr lang="en-US" sz="900"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sz="900" b="1" dirty="0"/>
              <a:t>Recommended reading for this slide</a:t>
            </a:r>
          </a:p>
          <a:p>
            <a:endParaRPr lang="en-US" sz="900" b="0" i="0" u="none" strike="noStrike" kern="1200" dirty="0">
              <a:solidFill>
                <a:schemeClr val="tx1"/>
              </a:solidFill>
              <a:effectLst/>
              <a:latin typeface="+mn-lt"/>
              <a:ea typeface="+mn-ea"/>
              <a:cs typeface="+mn-cs"/>
            </a:endParaRPr>
          </a:p>
          <a:p>
            <a:r>
              <a:rPr lang="en-GB" dirty="0">
                <a:hlinkClick r:id="rId3"/>
              </a:rPr>
              <a:t>Code-free transformation at scale with Azure Data Factory - Learn | Microsoft Docs</a:t>
            </a:r>
            <a:endParaRPr lang="en-US" sz="900" b="0" i="0" u="none" strike="noStrike" kern="1200" dirty="0">
              <a:solidFill>
                <a:schemeClr val="tx1"/>
              </a:solidFill>
              <a:effectLst/>
              <a:latin typeface="+mn-lt"/>
              <a:ea typeface="+mn-ea"/>
              <a:cs typeface="+mn-cs"/>
            </a:endParaRPr>
          </a:p>
          <a:p>
            <a:endParaRPr lang="en-US" sz="900" b="0" i="0" u="none" strike="noStrike" kern="1200" dirty="0">
              <a:solidFill>
                <a:schemeClr val="tx1"/>
              </a:solidFill>
              <a:effectLst/>
              <a:latin typeface="+mn-lt"/>
              <a:ea typeface="+mn-ea"/>
              <a:cs typeface="+mn-cs"/>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900" kern="1200" dirty="0">
              <a:solidFill>
                <a:schemeClr val="tx1"/>
              </a:solidFill>
              <a:effectLst/>
              <a:latin typeface="Segoe UI Light" pitchFamily="34" charset="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405006-39C0-45CB-A090-104C625ABA2D}" type="slidenum">
              <a:rPr kumimoji="0" lang="en-US" sz="1800" b="0" i="0" u="none" strike="noStrike" kern="0" cap="none" spc="0" normalizeH="0" baseline="0" noProof="0" smtClean="0">
                <a:ln>
                  <a:noFill/>
                </a:ln>
                <a:solidFill>
                  <a:prstClr val="black"/>
                </a:solidFill>
                <a:effectLst/>
                <a:uLnTx/>
                <a:uFillTx/>
                <a:latin typeface="Segoe U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0" cap="none" spc="0" normalizeH="0" baseline="0" noProof="0" dirty="0">
              <a:ln>
                <a:noFill/>
              </a:ln>
              <a:solidFill>
                <a:prstClr val="black"/>
              </a:solidFill>
              <a:effectLst/>
              <a:uLnTx/>
              <a:uFillTx/>
              <a:latin typeface="Segoe UI"/>
              <a:ea typeface="+mn-ea"/>
              <a:cs typeface="+mn-cs"/>
            </a:endParaRPr>
          </a:p>
        </p:txBody>
      </p:sp>
    </p:spTree>
    <p:extLst>
      <p:ext uri="{BB962C8B-B14F-4D97-AF65-F5344CB8AC3E}">
        <p14:creationId xmlns:p14="http://schemas.microsoft.com/office/powerpoint/2010/main" val="1456098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TALKING POINTS</a:t>
            </a:r>
          </a:p>
          <a:p>
            <a:endParaRPr lang="en-US" sz="1200" dirty="0"/>
          </a:p>
          <a:p>
            <a:r>
              <a:rPr lang="en-US" sz="1200" dirty="0"/>
              <a:t>Let’s go over integration data from Notebooks with Azure Data Factory or Azure Synapse Pipelines.</a:t>
            </a:r>
          </a:p>
          <a:p>
            <a:endParaRPr lang="en-GB" sz="12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1" dirty="0"/>
              <a:t>PRESENTER NOTES AND GUIDANCE</a:t>
            </a:r>
          </a:p>
          <a:p>
            <a:endParaRPr lang="en-US" sz="12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dirty="0"/>
              <a:t>N/A.</a:t>
            </a: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5</a:t>
            </a:fld>
            <a:endParaRPr lang="en-US"/>
          </a:p>
        </p:txBody>
      </p:sp>
    </p:spTree>
    <p:extLst>
      <p:ext uri="{BB962C8B-B14F-4D97-AF65-F5344CB8AC3E}">
        <p14:creationId xmlns:p14="http://schemas.microsoft.com/office/powerpoint/2010/main" val="1850920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71717"/>
                </a:solidFill>
                <a:effectLst/>
                <a:latin typeface="Segoe UI" panose="020B0502040204020203" pitchFamily="34" charset="0"/>
              </a:rPr>
              <a:t>In the world of big data, raw, unorganized data is often stored in relational, non-relational, and other storage systems. However, on its own, raw data doesn't have the proper context or meaning to provide meaningful insights to analysts, data scientists, or business decision makers.</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Big data requires a service that can orchestrate and operationalize processes to refine these enormous stores of raw data into actionable business insights. Azure Data Factory is a managed cloud service that's built for these complex hybrid extract-transform-load (ETL), extract-load-transform (ELT), and data integration projects.</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Azure Data Factory is the platform that solves such data scenarios.</a:t>
            </a:r>
          </a:p>
          <a:p>
            <a:endParaRPr lang="en-US" dirty="0"/>
          </a:p>
        </p:txBody>
      </p:sp>
      <p:sp>
        <p:nvSpPr>
          <p:cNvPr id="4" name="Slide Number Placeholder 3"/>
          <p:cNvSpPr>
            <a:spLocks noGrp="1"/>
          </p:cNvSpPr>
          <p:nvPr>
            <p:ph type="sldNum" sz="quarter" idx="5"/>
          </p:nvPr>
        </p:nvSpPr>
        <p:spPr/>
        <p:txBody>
          <a:bodyPr/>
          <a:lstStyle/>
          <a:p>
            <a:fld id="{37E24C93-78CA-4AF0-9E77-825D60ABA46D}" type="slidenum">
              <a:rPr lang="en-US" smtClean="0"/>
              <a:t>6</a:t>
            </a:fld>
            <a:endParaRPr lang="en-US"/>
          </a:p>
        </p:txBody>
      </p:sp>
    </p:spTree>
    <p:extLst>
      <p:ext uri="{BB962C8B-B14F-4D97-AF65-F5344CB8AC3E}">
        <p14:creationId xmlns:p14="http://schemas.microsoft.com/office/powerpoint/2010/main" val="4012372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Linked Services: Link a data store to Azure Data Factory or Synapse Pipelines. Very much link connection strings. They define the connection information needed for the service to connect to external references.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Data sets: A data set is a named view of data that simply points or reference the data you want to use in your activities.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Activities: Define the actions to perform on your data.</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Pipelines: Logical grouping of activities that together perform a task</a:t>
            </a:r>
          </a:p>
        </p:txBody>
      </p:sp>
      <p:sp>
        <p:nvSpPr>
          <p:cNvPr id="4" name="Slide Number Placeholder 3"/>
          <p:cNvSpPr>
            <a:spLocks noGrp="1"/>
          </p:cNvSpPr>
          <p:nvPr>
            <p:ph type="sldNum" sz="quarter" idx="5"/>
          </p:nvPr>
        </p:nvSpPr>
        <p:spPr/>
        <p:txBody>
          <a:bodyPr/>
          <a:lstStyle/>
          <a:p>
            <a:fld id="{37E24C93-78CA-4AF0-9E77-825D60ABA46D}" type="slidenum">
              <a:rPr lang="en-US" smtClean="0"/>
              <a:t>7</a:t>
            </a:fld>
            <a:endParaRPr lang="en-US"/>
          </a:p>
        </p:txBody>
      </p:sp>
    </p:spTree>
    <p:extLst>
      <p:ext uri="{BB962C8B-B14F-4D97-AF65-F5344CB8AC3E}">
        <p14:creationId xmlns:p14="http://schemas.microsoft.com/office/powerpoint/2010/main" val="2873561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Use the diagram on the slide to show the conceptual architecture:</a:t>
            </a:r>
          </a:p>
          <a:p>
            <a:pPr marL="171450" indent="-171450">
              <a:buFont typeface="Arial" panose="020B0604020202020204" pitchFamily="34" charset="0"/>
              <a:buChar char="•"/>
            </a:pPr>
            <a:r>
              <a:rPr lang="en-US" b="1" i="1" dirty="0"/>
              <a:t>Pipelines</a:t>
            </a:r>
            <a:r>
              <a:rPr lang="en-US" i="1" dirty="0"/>
              <a:t> consist of </a:t>
            </a:r>
            <a:r>
              <a:rPr lang="en-US" b="0" i="1" dirty="0"/>
              <a:t>activities. They’re listed in the </a:t>
            </a:r>
            <a:r>
              <a:rPr lang="en-US" b="1" i="1" dirty="0"/>
              <a:t>Integrate</a:t>
            </a:r>
            <a:r>
              <a:rPr lang="en-US" b="0" i="1" dirty="0"/>
              <a:t> page in Azure Synapse Studio.</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b="0" i="1" dirty="0"/>
              <a:t>The overall pipeline, including control flow, data flow, and orchestration of activities on linked services is managed in an </a:t>
            </a:r>
            <a:r>
              <a:rPr lang="en-US" b="1" i="1" dirty="0"/>
              <a:t>integration runtime</a:t>
            </a:r>
            <a:r>
              <a:rPr lang="en-US" b="0" i="1" dirty="0"/>
              <a:t>.</a:t>
            </a:r>
          </a:p>
          <a:p>
            <a:pPr marL="171450" indent="-171450">
              <a:buFont typeface="Arial" panose="020B0604020202020204" pitchFamily="34" charset="0"/>
              <a:buChar char="•"/>
            </a:pPr>
            <a:r>
              <a:rPr lang="en-US" b="1" i="1" dirty="0"/>
              <a:t>Activities</a:t>
            </a:r>
            <a:r>
              <a:rPr lang="en-US" b="0" i="1" dirty="0"/>
              <a:t> can encapsulate data flows (copying and transforming data), call external services, or they can implement control flow logic (loops, branches, variable assignment, and so on)</a:t>
            </a:r>
          </a:p>
          <a:p>
            <a:pPr marL="171450" indent="-171450">
              <a:buFont typeface="Arial" panose="020B0604020202020204" pitchFamily="34" charset="0"/>
              <a:buChar char="•"/>
            </a:pPr>
            <a:r>
              <a:rPr lang="en-US" b="1" i="1" dirty="0"/>
              <a:t>Linked services</a:t>
            </a:r>
            <a:r>
              <a:rPr lang="en-US" b="0" i="1" dirty="0"/>
              <a:t> are connections to compute resources on which activities can run or datasets can be read/written</a:t>
            </a:r>
          </a:p>
          <a:p>
            <a:pPr marL="171450" indent="-171450">
              <a:buFont typeface="Arial" panose="020B0604020202020204" pitchFamily="34" charset="0"/>
              <a:buChar char="•"/>
            </a:pPr>
            <a:r>
              <a:rPr lang="en-US" b="1" i="1" dirty="0"/>
              <a:t>Datasets</a:t>
            </a:r>
            <a:r>
              <a:rPr lang="en-US" b="0" i="1" dirty="0"/>
              <a:t> encapsulate data that is passed through the pipeline and can serve as inputs and outputs for activities..</a:t>
            </a:r>
          </a:p>
          <a:p>
            <a:pPr marL="171450" indent="-171450">
              <a:buFont typeface="Arial" panose="020B0604020202020204" pitchFamily="34" charset="0"/>
              <a:buChar char="•"/>
            </a:pPr>
            <a:r>
              <a:rPr lang="en-US" b="0" i="1" dirty="0"/>
              <a:t>Datasets and linked services can be reused by multiple pipelines. They’re listed in the </a:t>
            </a:r>
            <a:r>
              <a:rPr lang="en-US" b="1" i="1" dirty="0"/>
              <a:t>Data</a:t>
            </a:r>
            <a:r>
              <a:rPr lang="en-US" b="0" i="1" dirty="0"/>
              <a:t> and </a:t>
            </a:r>
            <a:r>
              <a:rPr lang="en-US" b="1" i="1" dirty="0"/>
              <a:t>Manage </a:t>
            </a:r>
            <a:r>
              <a:rPr lang="en-US" b="0" i="1" dirty="0"/>
              <a:t> pages in Azure Synapse Studio.</a:t>
            </a:r>
          </a:p>
          <a:p>
            <a:pPr marL="171450" indent="-171450">
              <a:buFont typeface="Arial" panose="020B0604020202020204" pitchFamily="34" charset="0"/>
              <a:buChar char="•"/>
            </a:pPr>
            <a:endParaRPr lang="en-US" b="0" i="1" dirty="0"/>
          </a:p>
          <a:p>
            <a:pPr marL="0" indent="0">
              <a:buFont typeface="Arial" panose="020B0604020202020204" pitchFamily="34" charset="0"/>
              <a:buNone/>
            </a:pPr>
            <a:r>
              <a:rPr lang="en-US" b="0" i="1" dirty="0"/>
              <a:t>Pipelines in Azure Synapse Analytics are based on the same technology and user experience as Azure Data Factory. For details of differences between thee two services, see </a:t>
            </a:r>
            <a:r>
              <a:rPr lang="en-US" b="1" i="1" dirty="0"/>
              <a:t>https://learn.microsoft.com/azure/synapse-analytics/data-integration/concepts-data-factory-differences</a:t>
            </a:r>
            <a:r>
              <a:rPr lang="en-US" b="0" i="1" dirty="0"/>
              <a:t>.</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4108052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150000"/>
              </a:lnSpc>
              <a:spcAft>
                <a:spcPts val="600"/>
              </a:spcAft>
              <a:buFont typeface="Arial" panose="020B0604020202020204" pitchFamily="34" charset="0"/>
              <a:buChar char="•"/>
            </a:pPr>
            <a:r>
              <a:rPr lang="en-US" sz="1200" dirty="0"/>
              <a:t>Create pipelines to ingest, transform and load data with 95+ inbuilt connectors.</a:t>
            </a:r>
          </a:p>
          <a:p>
            <a:pPr marL="171450" indent="-171450">
              <a:lnSpc>
                <a:spcPct val="150000"/>
              </a:lnSpc>
              <a:spcAft>
                <a:spcPts val="600"/>
              </a:spcAft>
              <a:buFont typeface="Arial" panose="020B0604020202020204" pitchFamily="34" charset="0"/>
              <a:buChar char="•"/>
            </a:pPr>
            <a:r>
              <a:rPr lang="en-US" sz="1200" dirty="0"/>
              <a:t>Pipelines offer a wide range of activities that they can perform.</a:t>
            </a:r>
          </a:p>
          <a:p>
            <a:pPr marL="171450" indent="-171450">
              <a:lnSpc>
                <a:spcPct val="150000"/>
              </a:lnSpc>
              <a:spcAft>
                <a:spcPts val="600"/>
              </a:spcAft>
              <a:buFont typeface="Arial" panose="020B0604020202020204" pitchFamily="34" charset="0"/>
              <a:buChar char="•"/>
            </a:pPr>
            <a:r>
              <a:rPr lang="en-US" sz="1200" dirty="0">
                <a:solidFill>
                  <a:schemeClr val="tx1"/>
                </a:solidFill>
                <a:cs typeface="Segoe UI" panose="020B0502040204020203" pitchFamily="34" charset="0"/>
              </a:rPr>
              <a:t>They provide ability to load data from a storage account or other connectors to the desired linked service. </a:t>
            </a:r>
          </a:p>
          <a:p>
            <a:pPr marL="171450" indent="-171450">
              <a:lnSpc>
                <a:spcPct val="150000"/>
              </a:lnSpc>
              <a:spcAft>
                <a:spcPts val="600"/>
              </a:spcAft>
              <a:buFont typeface="Arial" panose="020B0604020202020204" pitchFamily="34" charset="0"/>
              <a:buChar char="•"/>
            </a:pPr>
            <a:r>
              <a:rPr lang="en-US" sz="1200" dirty="0">
                <a:solidFill>
                  <a:schemeClr val="tx1"/>
                </a:solidFill>
                <a:cs typeface="Segoe UI" panose="020B0502040204020203" pitchFamily="34" charset="0"/>
              </a:rPr>
              <a:t>You can load data by manual execution of the pipeline or by orchestration.</a:t>
            </a:r>
          </a:p>
          <a:p>
            <a:endParaRPr lang="en-US" sz="1400" b="1" dirty="0">
              <a:solidFill>
                <a:schemeClr val="tx2"/>
              </a:solidFill>
              <a:latin typeface="+mj-lt"/>
            </a:endParaRPr>
          </a:p>
          <a:p>
            <a:r>
              <a:rPr lang="en-US" sz="1400" b="1" dirty="0">
                <a:solidFill>
                  <a:schemeClr val="tx2"/>
                </a:solidFill>
                <a:latin typeface="+mj-lt"/>
              </a:rPr>
              <a:t>Benefits</a:t>
            </a:r>
            <a:endParaRPr lang="en-US" sz="1200" b="1" dirty="0">
              <a:solidFill>
                <a:schemeClr val="tx2"/>
              </a:solidFill>
              <a:latin typeface="+mj-lt"/>
              <a:cs typeface="+mn-cs"/>
            </a:endParaRPr>
          </a:p>
          <a:p>
            <a:pPr marL="171450" indent="-171450">
              <a:buFont typeface="Arial" panose="020B0604020202020204" pitchFamily="34" charset="0"/>
              <a:buChar char="•"/>
            </a:pPr>
            <a:r>
              <a:rPr lang="en-US" sz="1200" dirty="0">
                <a:solidFill>
                  <a:schemeClr val="tx1"/>
                </a:solidFill>
                <a:cs typeface="Segoe UI" panose="020B0502040204020203" pitchFamily="34" charset="0"/>
              </a:rPr>
              <a:t>Pipelines support common </a:t>
            </a:r>
            <a:r>
              <a:rPr lang="en-US" sz="1200">
                <a:solidFill>
                  <a:schemeClr val="tx1"/>
                </a:solidFill>
                <a:cs typeface="Segoe UI" panose="020B0502040204020203" pitchFamily="34" charset="0"/>
              </a:rPr>
              <a:t>loading patterns and provide </a:t>
            </a:r>
            <a:r>
              <a:rPr lang="en-US" sz="1200" dirty="0">
                <a:solidFill>
                  <a:schemeClr val="tx1"/>
                </a:solidFill>
                <a:cs typeface="Segoe UI" panose="020B0502040204020203" pitchFamily="34" charset="0"/>
              </a:rPr>
              <a:t>fully parallel loading into the data lake or SQL tables.</a:t>
            </a:r>
          </a:p>
          <a:p>
            <a:pPr marL="171450" indent="-171450">
              <a:buFont typeface="Arial" panose="020B0604020202020204" pitchFamily="34" charset="0"/>
              <a:buChar char="•"/>
            </a:pPr>
            <a:r>
              <a:rPr lang="en-US" sz="1200" dirty="0">
                <a:solidFill>
                  <a:schemeClr val="tx1"/>
                </a:solidFill>
                <a:cs typeface="Segoe UI" panose="020B0502040204020203" pitchFamily="34" charset="0"/>
              </a:rPr>
              <a:t>All of this is done through a graphical development experience.</a:t>
            </a:r>
          </a:p>
          <a:p>
            <a:pPr marL="171450" indent="-171450">
              <a:lnSpc>
                <a:spcPct val="150000"/>
              </a:lnSpc>
              <a:spcAft>
                <a:spcPts val="600"/>
              </a:spcAft>
              <a:buFont typeface="Arial" panose="020B0604020202020204" pitchFamily="34" charset="0"/>
              <a:buChar char="•"/>
            </a:pPr>
            <a:endParaRPr lang="en-US" sz="1200" dirty="0"/>
          </a:p>
          <a:p>
            <a:endParaRPr lang="en-US" dirty="0"/>
          </a:p>
        </p:txBody>
      </p:sp>
      <p:sp>
        <p:nvSpPr>
          <p:cNvPr id="4" name="Slide Number Placeholder 3"/>
          <p:cNvSpPr>
            <a:spLocks noGrp="1"/>
          </p:cNvSpPr>
          <p:nvPr>
            <p:ph type="sldNum" sz="quarter" idx="5"/>
          </p:nvPr>
        </p:nvSpPr>
        <p:spPr/>
        <p:txBody>
          <a:bodyPr/>
          <a:lstStyle/>
          <a:p>
            <a:fld id="{DC284524-EC40-4BAB-BEF8-404733AEFF03}" type="slidenum">
              <a:rPr lang="en-US" smtClean="0"/>
              <a:t>11</a:t>
            </a:fld>
            <a:endParaRPr lang="en-US"/>
          </a:p>
        </p:txBody>
      </p:sp>
    </p:spTree>
    <p:extLst>
      <p:ext uri="{BB962C8B-B14F-4D97-AF65-F5344CB8AC3E}">
        <p14:creationId xmlns:p14="http://schemas.microsoft.com/office/powerpoint/2010/main" val="3361961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to explain and why needed</a:t>
            </a:r>
          </a:p>
          <a:p>
            <a:r>
              <a:rPr lang="en-US" dirty="0"/>
              <a:t>Check with Gaurav</a:t>
            </a:r>
          </a:p>
          <a:p>
            <a:endParaRPr lang="en-US" dirty="0"/>
          </a:p>
        </p:txBody>
      </p:sp>
      <p:sp>
        <p:nvSpPr>
          <p:cNvPr id="4" name="Slide Number Placeholder 3"/>
          <p:cNvSpPr>
            <a:spLocks noGrp="1"/>
          </p:cNvSpPr>
          <p:nvPr>
            <p:ph type="sldNum" sz="quarter" idx="5"/>
          </p:nvPr>
        </p:nvSpPr>
        <p:spPr/>
        <p:txBody>
          <a:bodyPr/>
          <a:lstStyle/>
          <a:p>
            <a:fld id="{67E65352-95B5-4433-84FB-24BF035F4B44}" type="slidenum">
              <a:rPr lang="en-US" smtClean="0"/>
              <a:t>12</a:t>
            </a:fld>
            <a:endParaRPr lang="en-US" dirty="0"/>
          </a:p>
        </p:txBody>
      </p:sp>
    </p:spTree>
    <p:extLst>
      <p:ext uri="{BB962C8B-B14F-4D97-AF65-F5344CB8AC3E}">
        <p14:creationId xmlns:p14="http://schemas.microsoft.com/office/powerpoint/2010/main" val="1514974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TALKING POINTS</a:t>
            </a:r>
          </a:p>
          <a:p>
            <a:pPr>
              <a:defRPr/>
            </a:pPr>
            <a:endParaRPr lang="en-US" sz="1400" b="1" dirty="0">
              <a:latin typeface="Segoe UI"/>
              <a:cs typeface="Segoe UI"/>
            </a:endParaRPr>
          </a:p>
          <a:p>
            <a:r>
              <a:rPr lang="en-GB" b="0" i="0" dirty="0">
                <a:solidFill>
                  <a:srgbClr val="171717"/>
                </a:solidFill>
                <a:effectLst/>
                <a:latin typeface="Segoe UI"/>
                <a:cs typeface="Segoe UI"/>
              </a:rPr>
              <a:t>Before looking at petabyte-scale ingestion, lets quickly compare Azure Data Factory with Synapse Pipelines. ADF and Synapse Pipelines are essentially the same product, and they share the same code base. However, there are a few differences you should be aware of, most notably that Synapse Pipelines does not allow the use of the SSIS Integration Runtime.</a:t>
            </a:r>
            <a:endParaRPr lang="en-GB" sz="1200" dirty="0">
              <a:solidFill>
                <a:srgbClr val="171717"/>
              </a:solidFill>
              <a:latin typeface="Segoe UI"/>
              <a:cs typeface="Segoe UI"/>
            </a:endParaRPr>
          </a:p>
          <a:p>
            <a:endParaRPr lang="en-US" dirty="0">
              <a:solidFill>
                <a:srgbClr val="000000"/>
              </a:solidFill>
              <a:cs typeface="Segoe UI"/>
            </a:endParaRPr>
          </a:p>
          <a:p>
            <a:r>
              <a:rPr lang="en-US" sz="1200" b="1" dirty="0"/>
              <a:t>PRESENTER NOTES AND GUIDANCE</a:t>
            </a:r>
          </a:p>
          <a:p>
            <a:endParaRPr lang="en-US" sz="1200" dirty="0"/>
          </a:p>
          <a:p>
            <a:r>
              <a:rPr lang="en-US" sz="1200" dirty="0"/>
              <a:t>Review:</a:t>
            </a:r>
          </a:p>
          <a:p>
            <a:r>
              <a:rPr lang="en-US" sz="1200" dirty="0"/>
              <a:t>https://docs.microsoft.com/en-us/azure/synapse-analytics/data-integration/concepts-data-factory-differences</a:t>
            </a:r>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13</a:t>
            </a:fld>
            <a:endParaRPr lang="en-US"/>
          </a:p>
        </p:txBody>
      </p:sp>
    </p:spTree>
    <p:extLst>
      <p:ext uri="{BB962C8B-B14F-4D97-AF65-F5344CB8AC3E}">
        <p14:creationId xmlns:p14="http://schemas.microsoft.com/office/powerpoint/2010/main" val="135290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554" eaLnBrk="1" fontAlgn="auto" latinLnBrk="0" hangingPunct="1">
              <a:lnSpc>
                <a:spcPct val="117999"/>
              </a:lnSpc>
              <a:spcBef>
                <a:spcPts val="0"/>
              </a:spcBef>
              <a:spcAft>
                <a:spcPts val="0"/>
              </a:spcAft>
              <a:buClrTx/>
              <a:buSzTx/>
              <a:buFontTx/>
              <a:buNone/>
              <a:tabLst/>
              <a:defRPr/>
            </a:pPr>
            <a:r>
              <a:rPr lang="en-US" sz="1200" b="1" dirty="0"/>
              <a:t>Talking points</a:t>
            </a:r>
          </a:p>
          <a:p>
            <a:endParaRPr lang="en-US" sz="1200" b="1" dirty="0"/>
          </a:p>
          <a:p>
            <a:r>
              <a:rPr lang="en-GB" sz="3200" b="0" i="0" dirty="0">
                <a:solidFill>
                  <a:srgbClr val="171717"/>
                </a:solidFill>
                <a:effectLst/>
                <a:latin typeface="Segoe UI" panose="020B0502040204020203" pitchFamily="34" charset="0"/>
              </a:rPr>
              <a:t>The Copy Data Activity provides a method for building code-free data ingestion pipelines that do not require any transformation during the extraction of the data. The Copy Activity has support for over 100 native connectors. This method can suit new start-up projects that have a simple method of extraction to an intermediary data store. An example of ingesting data using the Copy Activity can include extracting data from multiple source database systems and outputting the data to files in a data lake store. </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dirty="0"/>
              <a:t>The Copy activity performs the following steps:</a:t>
            </a:r>
          </a:p>
          <a:p>
            <a:endParaRPr lang="en-US" sz="1200" dirty="0"/>
          </a:p>
          <a:p>
            <a:pPr marL="228600" indent="-228600">
              <a:buFont typeface="+mj-lt"/>
              <a:buAutoNum type="arabicPeriod"/>
            </a:pPr>
            <a:r>
              <a:rPr lang="en-US" sz="1200" dirty="0"/>
              <a:t>Reads data from a source data store.</a:t>
            </a:r>
          </a:p>
          <a:p>
            <a:pPr marL="228600" indent="-228600">
              <a:buFont typeface="+mj-lt"/>
              <a:buAutoNum type="arabicPeriod"/>
            </a:pPr>
            <a:r>
              <a:rPr lang="en-US" sz="1200" dirty="0"/>
              <a:t>Performs serialization/deserialization, compression/decompression, column mapping, and so on. It performs these operations based on the configuration of the input dataset, output dataset, and Copy activity.</a:t>
            </a:r>
          </a:p>
          <a:p>
            <a:pPr marL="228600" indent="-228600">
              <a:buFont typeface="+mj-lt"/>
              <a:buAutoNum type="arabicPeriod"/>
            </a:pPr>
            <a:r>
              <a:rPr lang="en-US" sz="1200" dirty="0"/>
              <a:t>Writes data to the sink/destination data store</a:t>
            </a:r>
            <a:endParaRPr lang="en-GB" sz="1200" dirty="0"/>
          </a:p>
          <a:p>
            <a:endParaRPr lang="en-US" sz="1200" b="0" i="0" kern="1200" dirty="0">
              <a:solidFill>
                <a:schemeClr val="tx1"/>
              </a:solidFill>
              <a:effectLst/>
              <a:latin typeface="+mn-lt"/>
              <a:ea typeface="+mn-ea"/>
              <a:cs typeface="+mn-cs"/>
            </a:endParaRPr>
          </a:p>
          <a:p>
            <a:endParaRPr lang="en-US" sz="1200" dirty="0"/>
          </a:p>
          <a:p>
            <a:r>
              <a:rPr lang="en-US" sz="1200" b="1" dirty="0"/>
              <a:t>Instructor notes and guidance.</a:t>
            </a:r>
          </a:p>
          <a:p>
            <a:endParaRPr lang="en-US" sz="1200" dirty="0"/>
          </a:p>
          <a:p>
            <a:r>
              <a:rPr lang="en-GB" sz="1200" dirty="0"/>
              <a:t>You may want to consider running a simple demo of the copy activity yourself to show how to setup the copy activity in Azure Data Factory/Azure Synapse pipelines. Inform the students that they will get to explore the Copy Activity in exercise 2 of the lab.</a:t>
            </a:r>
          </a:p>
          <a:p>
            <a:endParaRPr lang="en-GB" sz="1200"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sz="1200" b="1" dirty="0"/>
              <a:t>Recommended reading for this slide</a:t>
            </a:r>
          </a:p>
          <a:p>
            <a:endParaRPr lang="en-GB" sz="1200" dirty="0"/>
          </a:p>
          <a:p>
            <a:r>
              <a:rPr lang="en-GB" sz="3200" dirty="0">
                <a:hlinkClick r:id="rId3"/>
              </a:rPr>
              <a:t>Use data loading best practices in Azure Synapse Analytics - Learn | Microsoft Docs</a:t>
            </a:r>
            <a:endParaRPr lang="en-GB" sz="1200" dirty="0"/>
          </a:p>
          <a:p>
            <a:endParaRPr lang="en-GB" sz="1200" dirty="0"/>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14</a:t>
            </a:fld>
            <a:endParaRPr lang="en-US"/>
          </a:p>
        </p:txBody>
      </p:sp>
    </p:spTree>
    <p:extLst>
      <p:ext uri="{BB962C8B-B14F-4D97-AF65-F5344CB8AC3E}">
        <p14:creationId xmlns:p14="http://schemas.microsoft.com/office/powerpoint/2010/main" val="2806206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71717"/>
                </a:solidFill>
                <a:effectLst/>
                <a:latin typeface="Segoe UI" panose="020B0502040204020203" pitchFamily="34" charset="0"/>
              </a:rPr>
              <a:t>To use PolyBase, the user that loads data into Azure Synapse Analytics must have </a:t>
            </a:r>
            <a:r>
              <a:rPr lang="en-US" b="0" i="0" u="none" strike="noStrike" dirty="0">
                <a:effectLst/>
                <a:latin typeface="Segoe UI" panose="020B0502040204020203" pitchFamily="34" charset="0"/>
                <a:hlinkClick r:id="rId3"/>
              </a:rPr>
              <a:t>"CONTROL" permission</a:t>
            </a:r>
            <a:r>
              <a:rPr lang="en-US" b="0" i="0" dirty="0">
                <a:solidFill>
                  <a:srgbClr val="171717"/>
                </a:solidFill>
                <a:effectLst/>
                <a:latin typeface="Segoe UI" panose="020B0502040204020203" pitchFamily="34" charset="0"/>
              </a:rPr>
              <a:t> on the target database. One way to achieve that is to add the user as a member of the </a:t>
            </a:r>
            <a:r>
              <a:rPr lang="en-US" b="1" i="0" dirty="0" err="1">
                <a:solidFill>
                  <a:srgbClr val="171717"/>
                </a:solidFill>
                <a:effectLst/>
                <a:latin typeface="Segoe UI" panose="020B0502040204020203" pitchFamily="34" charset="0"/>
              </a:rPr>
              <a:t>db_owner</a:t>
            </a:r>
            <a:r>
              <a:rPr lang="en-US" b="0" i="0" dirty="0">
                <a:solidFill>
                  <a:srgbClr val="171717"/>
                </a:solidFill>
                <a:effectLst/>
                <a:latin typeface="Segoe UI" panose="020B0502040204020203" pitchFamily="34" charset="0"/>
              </a:rPr>
              <a:t> role</a:t>
            </a:r>
          </a:p>
          <a:p>
            <a:endParaRPr lang="en-US" b="0" i="0" dirty="0">
              <a:solidFill>
                <a:srgbClr val="171717"/>
              </a:solidFill>
              <a:effectLst/>
              <a:latin typeface="Segoe UI" panose="020B0502040204020203" pitchFamily="34" charset="0"/>
            </a:endParaRPr>
          </a:p>
          <a:p>
            <a:r>
              <a:rPr lang="en-US" b="0" i="0" dirty="0">
                <a:solidFill>
                  <a:srgbClr val="171717"/>
                </a:solidFill>
                <a:effectLst/>
                <a:latin typeface="Segoe UI" panose="020B0502040204020203" pitchFamily="34" charset="0"/>
              </a:rPr>
              <a:t>PolyBase loads are limited to rows smaller than 1 MB. It cannot be used to load to VARCHR(MAX), NVARCHAR(MAX), or VARBINARY(MAX).</a:t>
            </a:r>
          </a:p>
        </p:txBody>
      </p:sp>
      <p:sp>
        <p:nvSpPr>
          <p:cNvPr id="4" name="Slide Number Placeholder 3"/>
          <p:cNvSpPr>
            <a:spLocks noGrp="1"/>
          </p:cNvSpPr>
          <p:nvPr>
            <p:ph type="sldNum" sz="quarter" idx="5"/>
          </p:nvPr>
        </p:nvSpPr>
        <p:spPr/>
        <p:txBody>
          <a:bodyPr/>
          <a:lstStyle/>
          <a:p>
            <a:fld id="{09259B3D-005A-450F-B89F-6A3DD53EE3BF}" type="slidenum">
              <a:rPr lang="en-US" smtClean="0"/>
              <a:t>15</a:t>
            </a:fld>
            <a:endParaRPr lang="en-US"/>
          </a:p>
        </p:txBody>
      </p:sp>
    </p:spTree>
    <p:extLst>
      <p:ext uri="{BB962C8B-B14F-4D97-AF65-F5344CB8AC3E}">
        <p14:creationId xmlns:p14="http://schemas.microsoft.com/office/powerpoint/2010/main" val="24302661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Helvetica Neue"/>
              </a:rPr>
              <a:t>TALKING POINTS</a:t>
            </a:r>
            <a:r>
              <a:rPr lang="en-US" sz="1200" b="0" i="0" dirty="0">
                <a:effectLst/>
                <a:latin typeface="Helvetica Neue"/>
              </a:rPr>
              <a:t>​</a:t>
            </a:r>
            <a:endParaRPr lang="en-US" b="0" i="0" dirty="0">
              <a:effectLst/>
            </a:endParaRPr>
          </a:p>
          <a:p>
            <a:pPr algn="l" rtl="0" fontAlgn="base"/>
            <a:r>
              <a:rPr lang="en-US" sz="1200" b="0" i="0" dirty="0">
                <a:effectLst/>
                <a:latin typeface="Helvetica Neue"/>
              </a:rPr>
              <a:t>​</a:t>
            </a:r>
            <a:endParaRPr lang="en-US" b="0" i="0" dirty="0">
              <a:effectLst/>
            </a:endParaRPr>
          </a:p>
          <a:p>
            <a:pPr algn="l" rtl="0" fontAlgn="base"/>
            <a:r>
              <a:rPr lang="en-US" sz="1200" b="0" i="0" u="none" strike="noStrike" dirty="0">
                <a:solidFill>
                  <a:srgbClr val="000000"/>
                </a:solidFill>
                <a:effectLst/>
                <a:latin typeface="Helvetica Neue"/>
              </a:rPr>
              <a:t>Let’s put this into reality and show you how it works.</a:t>
            </a:r>
            <a:r>
              <a:rPr lang="en-US" sz="1200" b="0" i="0" dirty="0">
                <a:effectLst/>
                <a:latin typeface="Helvetica Neue"/>
              </a:rPr>
              <a:t>​</a:t>
            </a:r>
          </a:p>
          <a:p>
            <a:pPr algn="l" rtl="0" fontAlgn="base"/>
            <a:endParaRPr lang="en-US" b="0" i="0" dirty="0">
              <a:effectLst/>
            </a:endParaRPr>
          </a:p>
          <a:p>
            <a:pPr>
              <a:buSzPct val="100000"/>
            </a:pPr>
            <a:r>
              <a:rPr lang="en-US" sz="1200" b="0" i="0" dirty="0">
                <a:effectLst/>
                <a:latin typeface="Helvetica Neue"/>
              </a:rPr>
              <a:t>​</a:t>
            </a:r>
            <a:r>
              <a:rPr lang="en-US" sz="1200" spc="0" dirty="0">
                <a:latin typeface="+mn-lt"/>
              </a:rPr>
              <a:t>In the lab, the students will create a notebook </a:t>
            </a:r>
            <a:r>
              <a:rPr lang="en-GB" sz="1200" spc="0" dirty="0">
                <a:latin typeface="+mn-lt"/>
              </a:rPr>
              <a:t>to query user activity and purchases that they have been made in the past 12 months. They will then add the notebook to a pipeline using the new Notebook activity and execute this notebook after the Mapping Data Flow as part of their orchestration process. While configuring this, the students will implement parameters to add dynamic content in the control flow and validate how the parameters can be used.</a:t>
            </a:r>
          </a:p>
          <a:p>
            <a:pPr>
              <a:buSzPct val="100000"/>
            </a:pPr>
            <a:endParaRPr lang="en-GB" sz="1200" spc="0" dirty="0">
              <a:latin typeface="+mn-lt"/>
            </a:endParaRPr>
          </a:p>
          <a:p>
            <a:r>
              <a:rPr lang="en-US" dirty="0"/>
              <a:t>In exercise 1 of this lab, the students will create a notebook, and there is an argument that this exercise is not relevant to the objective of the module which would be a fair comment. As a development team, we decided to keep this exercise on the basis that we received overwhelming feedback from MCTs that they wanted the course to have each module independent from each other. As a result, exercise 1 has been retained so that you can teach this module in isolation so that the students understand exactly what the notebook is doing, and how the parameter in the notebook will be used in exercise 2. Furthermore, it has removed a dependency on teaching Module 5 and 6 should you wish to tailor the course. </a:t>
            </a:r>
          </a:p>
          <a:p>
            <a:endParaRPr lang="en-US" dirty="0"/>
          </a:p>
          <a:p>
            <a:r>
              <a:rPr lang="en-US" dirty="0"/>
              <a:t>By creating the notebook in exercise 1, they then manage the orchestration of this notebook in an existing pipeline in exercise 2. This allows students to experience working with control flow, managing the flow and working with parameter to add dynamic capabilities to the pipelines that are built. The students will then execute the pipeline that they have modified with this orchestration to view the impact of the work that they create. It’s important to reinforce to the students the regular use of parameters in enterprise grade ETL solutions.</a:t>
            </a:r>
          </a:p>
          <a:p>
            <a:pPr>
              <a:buSzPct val="100000"/>
            </a:pPr>
            <a:endParaRPr lang="en-US" sz="1200" spc="0" dirty="0">
              <a:latin typeface="+mn-lt"/>
            </a:endParaRPr>
          </a:p>
        </p:txBody>
      </p:sp>
      <p:sp>
        <p:nvSpPr>
          <p:cNvPr id="4" name="Slide Number Placeholder 3"/>
          <p:cNvSpPr>
            <a:spLocks noGrp="1"/>
          </p:cNvSpPr>
          <p:nvPr>
            <p:ph type="sldNum" sz="quarter" idx="5"/>
          </p:nvPr>
        </p:nvSpPr>
        <p:spPr/>
        <p:txBody>
          <a:bodyPr/>
          <a:lstStyle/>
          <a:p>
            <a:fld id="{37E24C93-78CA-4AF0-9E77-825D60ABA46D}" type="slidenum">
              <a:rPr lang="en-US" smtClean="0"/>
              <a:t>19</a:t>
            </a:fld>
            <a:endParaRPr lang="en-US"/>
          </a:p>
        </p:txBody>
      </p:sp>
    </p:spTree>
    <p:extLst>
      <p:ext uri="{BB962C8B-B14F-4D97-AF65-F5344CB8AC3E}">
        <p14:creationId xmlns:p14="http://schemas.microsoft.com/office/powerpoint/2010/main" val="16746455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6.svg"/><Relationship Id="rId4"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ver Slide">
    <p:spTree>
      <p:nvGrpSpPr>
        <p:cNvPr id="1" name=""/>
        <p:cNvGrpSpPr/>
        <p:nvPr/>
      </p:nvGrpSpPr>
      <p:grpSpPr>
        <a:xfrm>
          <a:off x="0" y="0"/>
          <a:ext cx="0" cy="0"/>
          <a:chOff x="0" y="0"/>
          <a:chExt cx="0" cy="0"/>
        </a:xfrm>
      </p:grpSpPr>
      <p:pic>
        <p:nvPicPr>
          <p:cNvPr id="21" name="Graphic 20">
            <a:extLst>
              <a:ext uri="{FF2B5EF4-FFF2-40B4-BE49-F238E27FC236}">
                <a16:creationId xmlns:a16="http://schemas.microsoft.com/office/drawing/2014/main" id="{33F49038-0E42-4036-AC59-56DA6111AC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pic>
        <p:nvPicPr>
          <p:cNvPr id="26" name="Picture 25">
            <a:extLst>
              <a:ext uri="{FF2B5EF4-FFF2-40B4-BE49-F238E27FC236}">
                <a16:creationId xmlns:a16="http://schemas.microsoft.com/office/drawing/2014/main" id="{1FA6DD48-02C9-4053-9E54-E163DE2B86A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38604" y="987677"/>
            <a:ext cx="2914791" cy="568384"/>
          </a:xfrm>
          <a:prstGeom prst="rect">
            <a:avLst/>
          </a:prstGeom>
        </p:spPr>
      </p:pic>
      <p:pic>
        <p:nvPicPr>
          <p:cNvPr id="5" name="Picture 4" descr="A picture containing outdoor, night sky&#10;&#10;Description automatically generated">
            <a:extLst>
              <a:ext uri="{FF2B5EF4-FFF2-40B4-BE49-F238E27FC236}">
                <a16:creationId xmlns:a16="http://schemas.microsoft.com/office/drawing/2014/main" id="{1C513DCA-E58C-9C45-B32E-82009750F01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987" t="1" r="985" b="985"/>
          <a:stretch/>
        </p:blipFill>
        <p:spPr>
          <a:xfrm>
            <a:off x="0" y="2137429"/>
            <a:ext cx="12192000" cy="4720571"/>
          </a:xfrm>
          <a:prstGeom prst="rect">
            <a:avLst/>
          </a:prstGeom>
          <a:ln>
            <a:noFill/>
          </a:ln>
        </p:spPr>
      </p:pic>
      <p:pic>
        <p:nvPicPr>
          <p:cNvPr id="18" name="Graphic 17">
            <a:extLst>
              <a:ext uri="{FF2B5EF4-FFF2-40B4-BE49-F238E27FC236}">
                <a16:creationId xmlns:a16="http://schemas.microsoft.com/office/drawing/2014/main" id="{9640F2CC-9059-48A0-9001-4A98E91FAD16}"/>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14045" b="5592"/>
          <a:stretch/>
        </p:blipFill>
        <p:spPr>
          <a:xfrm>
            <a:off x="7297943" y="1482617"/>
            <a:ext cx="4894058" cy="5375384"/>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3" y="3415452"/>
            <a:ext cx="9144000" cy="1096613"/>
          </a:xfrm>
        </p:spPr>
        <p:txBody>
          <a:bodyPr anchor="b">
            <a:normAutofit/>
          </a:bodyPr>
          <a:lstStyle>
            <a:lvl1pPr algn="ctr">
              <a:defRPr sz="4000">
                <a:solidFill>
                  <a:schemeClr val="bg1"/>
                </a:solidFill>
              </a:defRPr>
            </a:lvl1pPr>
          </a:lstStyle>
          <a:p>
            <a:r>
              <a:rPr lang="en-US" dirty="0"/>
              <a:t>Your Presentation’s Title Goes Here</a:t>
            </a:r>
          </a:p>
        </p:txBody>
      </p:sp>
      <p:sp>
        <p:nvSpPr>
          <p:cNvPr id="3" name="Subtitle 2">
            <a:extLst>
              <a:ext uri="{FF2B5EF4-FFF2-40B4-BE49-F238E27FC236}">
                <a16:creationId xmlns:a16="http://schemas.microsoft.com/office/drawing/2014/main" id="{8075A796-2042-41B2-9FD4-19A60450B791}"/>
              </a:ext>
            </a:extLst>
          </p:cNvPr>
          <p:cNvSpPr>
            <a:spLocks noGrp="1"/>
          </p:cNvSpPr>
          <p:nvPr>
            <p:ph type="subTitle" idx="1" hasCustomPrompt="1"/>
          </p:nvPr>
        </p:nvSpPr>
        <p:spPr>
          <a:xfrm>
            <a:off x="1387813" y="4843830"/>
            <a:ext cx="9144000" cy="531554"/>
          </a:xfrm>
        </p:spPr>
        <p:txBody>
          <a:bodyPr>
            <a:normAutofit/>
          </a:bodyPr>
          <a:lstStyle>
            <a:lvl1pPr marL="0" indent="0" algn="ct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Presentation’s Sub-Title Goes Here</a:t>
            </a:r>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userDrawn="1"/>
        </p:nvCxnSpPr>
        <p:spPr>
          <a:xfrm>
            <a:off x="4162612" y="4677948"/>
            <a:ext cx="386677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7921BB8E-60B9-4147-97D7-321D4FA1D0C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094" t="32894" r="35086" b="18903"/>
          <a:stretch/>
        </p:blipFill>
        <p:spPr>
          <a:xfrm flipH="1">
            <a:off x="0" y="0"/>
            <a:ext cx="4059836" cy="5191265"/>
          </a:xfrm>
          <a:prstGeom prst="rect">
            <a:avLst/>
          </a:prstGeom>
        </p:spPr>
      </p:pic>
    </p:spTree>
    <p:extLst>
      <p:ext uri="{BB962C8B-B14F-4D97-AF65-F5344CB8AC3E}">
        <p14:creationId xmlns:p14="http://schemas.microsoft.com/office/powerpoint/2010/main" val="255930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ransition Yellow">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 Placeholder 79">
            <a:extLst>
              <a:ext uri="{FF2B5EF4-FFF2-40B4-BE49-F238E27FC236}">
                <a16:creationId xmlns:a16="http://schemas.microsoft.com/office/drawing/2014/main" id="{8A62EA68-D2C8-4403-8BC4-6A22B21D5326}"/>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accent4"/>
                </a:solidFill>
                <a:latin typeface="+mj-lt"/>
              </a:defRPr>
            </a:lvl1pPr>
          </a:lstStyle>
          <a:p>
            <a:pPr lvl="0"/>
            <a:r>
              <a:rPr lang="en-US" dirty="0"/>
              <a:t>#</a:t>
            </a:r>
          </a:p>
        </p:txBody>
      </p:sp>
      <p:pic>
        <p:nvPicPr>
          <p:cNvPr id="12" name="Picture 11">
            <a:extLst>
              <a:ext uri="{FF2B5EF4-FFF2-40B4-BE49-F238E27FC236}">
                <a16:creationId xmlns:a16="http://schemas.microsoft.com/office/drawing/2014/main" id="{BEA552B2-63C6-4733-BA7D-BEBA0CF7603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3" y="1476188"/>
            <a:ext cx="3937874" cy="3439389"/>
          </a:xfrm>
        </p:spPr>
        <p:txBody>
          <a:bodyPr anchor="b">
            <a:normAutofit/>
          </a:bodyPr>
          <a:lstStyle>
            <a:lvl1pPr algn="l">
              <a:defRPr sz="4000">
                <a:solidFill>
                  <a:schemeClr val="tx1"/>
                </a:solidFill>
              </a:defRPr>
            </a:lvl1pPr>
          </a:lstStyle>
          <a:p>
            <a:r>
              <a:rPr lang="en-US" dirty="0"/>
              <a:t>Your Transition’s Title Goes Here</a:t>
            </a:r>
          </a:p>
        </p:txBody>
      </p:sp>
      <p:sp>
        <p:nvSpPr>
          <p:cNvPr id="14" name="Subtitle 2">
            <a:extLst>
              <a:ext uri="{FF2B5EF4-FFF2-40B4-BE49-F238E27FC236}">
                <a16:creationId xmlns:a16="http://schemas.microsoft.com/office/drawing/2014/main" id="{3BF5DB33-DB03-464A-B627-9630482B5ADA}"/>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pic>
        <p:nvPicPr>
          <p:cNvPr id="55" name="Graphic 54">
            <a:extLst>
              <a:ext uri="{FF2B5EF4-FFF2-40B4-BE49-F238E27FC236}">
                <a16:creationId xmlns:a16="http://schemas.microsoft.com/office/drawing/2014/main" id="{3BA4AF4A-78E7-4051-9342-AA088A8155A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t="34720" r="38611" b="21640"/>
          <a:stretch/>
        </p:blipFill>
        <p:spPr>
          <a:xfrm>
            <a:off x="5302047" y="4077929"/>
            <a:ext cx="6889954" cy="2780072"/>
          </a:xfrm>
          <a:prstGeom prst="rect">
            <a:avLst/>
          </a:prstGeom>
        </p:spPr>
      </p:pic>
      <p:pic>
        <p:nvPicPr>
          <p:cNvPr id="59" name="Graphic 58">
            <a:extLst>
              <a:ext uri="{FF2B5EF4-FFF2-40B4-BE49-F238E27FC236}">
                <a16:creationId xmlns:a16="http://schemas.microsoft.com/office/drawing/2014/main" id="{7C6E8014-D431-42A0-9FCC-95725030C7F2}"/>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25230" t="32901" r="35095" b="21225"/>
          <a:stretch/>
        </p:blipFill>
        <p:spPr>
          <a:xfrm flipH="1">
            <a:off x="0" y="-1"/>
            <a:ext cx="4052982" cy="4950373"/>
          </a:xfrm>
          <a:prstGeom prst="rect">
            <a:avLst/>
          </a:prstGeom>
        </p:spPr>
      </p:pic>
    </p:spTree>
    <p:extLst>
      <p:ext uri="{BB962C8B-B14F-4D97-AF65-F5344CB8AC3E}">
        <p14:creationId xmlns:p14="http://schemas.microsoft.com/office/powerpoint/2010/main" val="211412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ransition Gree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075A796-2042-41B2-9FD4-19A60450B791}"/>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 Placeholder 79">
            <a:extLst>
              <a:ext uri="{FF2B5EF4-FFF2-40B4-BE49-F238E27FC236}">
                <a16:creationId xmlns:a16="http://schemas.microsoft.com/office/drawing/2014/main" id="{E8A0FB13-98B4-4F52-92E3-48FAD7819F39}"/>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accent6"/>
                </a:solidFill>
                <a:latin typeface="+mj-lt"/>
              </a:defRPr>
            </a:lvl1pPr>
          </a:lstStyle>
          <a:p>
            <a:pPr lvl="0"/>
            <a:r>
              <a:rPr lang="en-US" dirty="0"/>
              <a:t>#</a:t>
            </a:r>
          </a:p>
        </p:txBody>
      </p:sp>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2" y="1476188"/>
            <a:ext cx="3921249" cy="3439389"/>
          </a:xfrm>
        </p:spPr>
        <p:txBody>
          <a:bodyPr anchor="b">
            <a:normAutofit/>
          </a:bodyPr>
          <a:lstStyle>
            <a:lvl1pPr algn="l">
              <a:defRPr sz="4000">
                <a:solidFill>
                  <a:schemeClr val="tx1"/>
                </a:solidFill>
              </a:defRPr>
            </a:lvl1pPr>
          </a:lstStyle>
          <a:p>
            <a:r>
              <a:rPr lang="en-US" dirty="0"/>
              <a:t>Your Transition’s Title Goes Here</a:t>
            </a:r>
          </a:p>
        </p:txBody>
      </p:sp>
      <p:pic>
        <p:nvPicPr>
          <p:cNvPr id="47" name="Graphic 46">
            <a:extLst>
              <a:ext uri="{FF2B5EF4-FFF2-40B4-BE49-F238E27FC236}">
                <a16:creationId xmlns:a16="http://schemas.microsoft.com/office/drawing/2014/main" id="{4D682B29-9625-4218-9FCA-D7BB9F3372C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1640"/>
          <a:stretch/>
        </p:blipFill>
        <p:spPr>
          <a:xfrm>
            <a:off x="5302047" y="4077929"/>
            <a:ext cx="6889954" cy="2780072"/>
          </a:xfrm>
          <a:prstGeom prst="rect">
            <a:avLst/>
          </a:prstGeom>
        </p:spPr>
      </p:pic>
      <p:pic>
        <p:nvPicPr>
          <p:cNvPr id="48" name="Graphic 47">
            <a:extLst>
              <a:ext uri="{FF2B5EF4-FFF2-40B4-BE49-F238E27FC236}">
                <a16:creationId xmlns:a16="http://schemas.microsoft.com/office/drawing/2014/main" id="{A7E6B9F6-3DB8-4392-ADBE-2AC02BC1B66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230" t="32901" r="35095" b="21225"/>
          <a:stretch/>
        </p:blipFill>
        <p:spPr>
          <a:xfrm flipH="1">
            <a:off x="0" y="-1"/>
            <a:ext cx="4052982" cy="4950373"/>
          </a:xfrm>
          <a:prstGeom prst="rect">
            <a:avLst/>
          </a:prstGeom>
        </p:spPr>
      </p:pic>
      <p:pic>
        <p:nvPicPr>
          <p:cNvPr id="14" name="Picture 13">
            <a:extLst>
              <a:ext uri="{FF2B5EF4-FFF2-40B4-BE49-F238E27FC236}">
                <a16:creationId xmlns:a16="http://schemas.microsoft.com/office/drawing/2014/main" id="{D4255C1B-DEA9-47F2-BD47-67501A43EC10}"/>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Tree>
    <p:extLst>
      <p:ext uri="{BB962C8B-B14F-4D97-AF65-F5344CB8AC3E}">
        <p14:creationId xmlns:p14="http://schemas.microsoft.com/office/powerpoint/2010/main" val="925194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ransition Blu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 Placeholder 79">
            <a:extLst>
              <a:ext uri="{FF2B5EF4-FFF2-40B4-BE49-F238E27FC236}">
                <a16:creationId xmlns:a16="http://schemas.microsoft.com/office/drawing/2014/main" id="{E8A0FB13-98B4-4F52-92E3-48FAD7819F39}"/>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tx2"/>
                </a:solidFill>
                <a:latin typeface="+mj-lt"/>
              </a:defRPr>
            </a:lvl1pPr>
          </a:lstStyle>
          <a:p>
            <a:pPr lvl="0"/>
            <a:r>
              <a:rPr lang="en-US" dirty="0"/>
              <a:t>#</a:t>
            </a:r>
          </a:p>
        </p:txBody>
      </p:sp>
      <p:pic>
        <p:nvPicPr>
          <p:cNvPr id="75" name="Graphic 74">
            <a:extLst>
              <a:ext uri="{FF2B5EF4-FFF2-40B4-BE49-F238E27FC236}">
                <a16:creationId xmlns:a16="http://schemas.microsoft.com/office/drawing/2014/main" id="{CAEFEFA3-9109-497A-BB7D-BC6FA8993BF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094" t="32894" r="35086" b="18903"/>
          <a:stretch/>
        </p:blipFill>
        <p:spPr>
          <a:xfrm flipH="1">
            <a:off x="0" y="0"/>
            <a:ext cx="4059836" cy="5191265"/>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2" y="1476188"/>
            <a:ext cx="3921249" cy="3439389"/>
          </a:xfrm>
        </p:spPr>
        <p:txBody>
          <a:bodyPr anchor="b">
            <a:normAutofit/>
          </a:bodyPr>
          <a:lstStyle>
            <a:lvl1pPr algn="l">
              <a:defRPr sz="4000">
                <a:solidFill>
                  <a:schemeClr val="tx1"/>
                </a:solidFill>
              </a:defRPr>
            </a:lvl1pPr>
          </a:lstStyle>
          <a:p>
            <a:r>
              <a:rPr lang="en-US" dirty="0"/>
              <a:t>Your Transition’s Title Goes Here</a:t>
            </a:r>
          </a:p>
        </p:txBody>
      </p:sp>
      <p:sp>
        <p:nvSpPr>
          <p:cNvPr id="12" name="Subtitle 2">
            <a:extLst>
              <a:ext uri="{FF2B5EF4-FFF2-40B4-BE49-F238E27FC236}">
                <a16:creationId xmlns:a16="http://schemas.microsoft.com/office/drawing/2014/main" id="{22EAD3F4-901E-4BFA-9745-D004B2496AB3}"/>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sp>
        <p:nvSpPr>
          <p:cNvPr id="18" name="Oval 17">
            <a:extLst>
              <a:ext uri="{FF2B5EF4-FFF2-40B4-BE49-F238E27FC236}">
                <a16:creationId xmlns:a16="http://schemas.microsoft.com/office/drawing/2014/main" id="{48657EE8-182B-4395-AA8F-C6F1FF84BE90}"/>
              </a:ext>
            </a:extLst>
          </p:cNvPr>
          <p:cNvSpPr/>
          <p:nvPr userDrawn="1"/>
        </p:nvSpPr>
        <p:spPr>
          <a:xfrm>
            <a:off x="505508" y="2824163"/>
            <a:ext cx="85725" cy="85725"/>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D1453A1-D7E0-4478-8984-3E57F4B967A3}"/>
              </a:ext>
            </a:extLst>
          </p:cNvPr>
          <p:cNvSpPr/>
          <p:nvPr userDrawn="1"/>
        </p:nvSpPr>
        <p:spPr>
          <a:xfrm>
            <a:off x="1844947" y="1913840"/>
            <a:ext cx="70847" cy="70847"/>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22FB3F0-0C42-47BD-AACD-D873AC070264}"/>
              </a:ext>
            </a:extLst>
          </p:cNvPr>
          <p:cNvSpPr/>
          <p:nvPr userDrawn="1"/>
        </p:nvSpPr>
        <p:spPr>
          <a:xfrm>
            <a:off x="2331942" y="723861"/>
            <a:ext cx="77932" cy="77932"/>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7E71397-8468-4CDD-8725-00C82BEE7867}"/>
              </a:ext>
            </a:extLst>
          </p:cNvPr>
          <p:cNvSpPr/>
          <p:nvPr userDrawn="1"/>
        </p:nvSpPr>
        <p:spPr>
          <a:xfrm>
            <a:off x="925785" y="189815"/>
            <a:ext cx="70847" cy="70847"/>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Graphic 46">
            <a:extLst>
              <a:ext uri="{FF2B5EF4-FFF2-40B4-BE49-F238E27FC236}">
                <a16:creationId xmlns:a16="http://schemas.microsoft.com/office/drawing/2014/main" id="{B1150920-FC19-4DED-A60E-C5BC0796BD4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34720" r="38611" b="21640"/>
          <a:stretch/>
        </p:blipFill>
        <p:spPr>
          <a:xfrm>
            <a:off x="5302047" y="4077929"/>
            <a:ext cx="6889954" cy="2780072"/>
          </a:xfrm>
          <a:prstGeom prst="rect">
            <a:avLst/>
          </a:prstGeom>
        </p:spPr>
      </p:pic>
      <p:pic>
        <p:nvPicPr>
          <p:cNvPr id="16" name="Picture 15">
            <a:extLst>
              <a:ext uri="{FF2B5EF4-FFF2-40B4-BE49-F238E27FC236}">
                <a16:creationId xmlns:a16="http://schemas.microsoft.com/office/drawing/2014/main" id="{DF6BCF5D-91DA-47A1-8C56-D93162A2537E}"/>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Tree>
    <p:extLst>
      <p:ext uri="{BB962C8B-B14F-4D97-AF65-F5344CB8AC3E}">
        <p14:creationId xmlns:p14="http://schemas.microsoft.com/office/powerpoint/2010/main" val="127330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ext 1 Column">
    <p:spTree>
      <p:nvGrpSpPr>
        <p:cNvPr id="1" name=""/>
        <p:cNvGrpSpPr/>
        <p:nvPr/>
      </p:nvGrpSpPr>
      <p:grpSpPr>
        <a:xfrm>
          <a:off x="0" y="0"/>
          <a:ext cx="0" cy="0"/>
          <a:chOff x="0" y="0"/>
          <a:chExt cx="0" cy="0"/>
        </a:xfrm>
      </p:grpSpPr>
      <p:pic>
        <p:nvPicPr>
          <p:cNvPr id="9" name="Picture 8" descr="A picture containing outdoor, night sky&#10;&#10;Description automatically generated">
            <a:extLst>
              <a:ext uri="{FF2B5EF4-FFF2-40B4-BE49-F238E27FC236}">
                <a16:creationId xmlns:a16="http://schemas.microsoft.com/office/drawing/2014/main" id="{CDB510F9-FB05-4561-81B8-0861D32E0DE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455" t="864" r="985" b="5495"/>
          <a:stretch/>
        </p:blipFill>
        <p:spPr>
          <a:xfrm rot="16200000">
            <a:off x="7543387" y="1758056"/>
            <a:ext cx="6406672" cy="2890555"/>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45992" t="25341" r="30140" b="35938"/>
          <a:stretch/>
        </p:blipFill>
        <p:spPr>
          <a:xfrm>
            <a:off x="9296682" y="0"/>
            <a:ext cx="2895318" cy="4961744"/>
          </a:xfrm>
          <a:prstGeom prst="rect">
            <a:avLst/>
          </a:prstGeom>
        </p:spPr>
      </p:pic>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652462" y="346076"/>
            <a:ext cx="7577137" cy="568324"/>
          </a:xfrm>
        </p:spPr>
        <p:txBody>
          <a:bodyPr/>
          <a:lstStyle>
            <a:lvl1pPr>
              <a:defRPr/>
            </a:lvl1pPr>
          </a:lstStyle>
          <a:p>
            <a:r>
              <a:rPr lang="en-US" dirty="0"/>
              <a:t>Your Slide’s Title Goes Over Here</a:t>
            </a:r>
          </a:p>
        </p:txBody>
      </p:sp>
      <p:sp>
        <p:nvSpPr>
          <p:cNvPr id="14" name="Footer Placeholder 4">
            <a:extLst>
              <a:ext uri="{FF2B5EF4-FFF2-40B4-BE49-F238E27FC236}">
                <a16:creationId xmlns:a16="http://schemas.microsoft.com/office/drawing/2014/main" id="{F2E66214-CEC6-4398-A26E-9DADD4738D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5" name="Slide Number Placeholder 5">
            <a:extLst>
              <a:ext uri="{FF2B5EF4-FFF2-40B4-BE49-F238E27FC236}">
                <a16:creationId xmlns:a16="http://schemas.microsoft.com/office/drawing/2014/main" id="{B78CE9D4-F654-4339-B5BB-1A8F30D2C37A}"/>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ext Placeholder 4">
            <a:extLst>
              <a:ext uri="{FF2B5EF4-FFF2-40B4-BE49-F238E27FC236}">
                <a16:creationId xmlns:a16="http://schemas.microsoft.com/office/drawing/2014/main" id="{A52942FB-1695-4A3E-A0E5-22658DCD76CF}"/>
              </a:ext>
            </a:extLst>
          </p:cNvPr>
          <p:cNvSpPr>
            <a:spLocks noGrp="1"/>
          </p:cNvSpPr>
          <p:nvPr>
            <p:ph type="body" sz="quarter" idx="10"/>
          </p:nvPr>
        </p:nvSpPr>
        <p:spPr>
          <a:xfrm>
            <a:off x="647700" y="1828800"/>
            <a:ext cx="7577136"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4">
            <a:extLst>
              <a:ext uri="{FF2B5EF4-FFF2-40B4-BE49-F238E27FC236}">
                <a16:creationId xmlns:a16="http://schemas.microsoft.com/office/drawing/2014/main" id="{6EA41A64-9B5D-4C3F-981F-9D2316DCD858}"/>
              </a:ext>
            </a:extLst>
          </p:cNvPr>
          <p:cNvSpPr>
            <a:spLocks noGrp="1"/>
          </p:cNvSpPr>
          <p:nvPr>
            <p:ph type="body" sz="quarter" idx="16" hasCustomPrompt="1"/>
          </p:nvPr>
        </p:nvSpPr>
        <p:spPr>
          <a:xfrm>
            <a:off x="652462" y="914400"/>
            <a:ext cx="7577137"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82365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lums">
    <p:spTree>
      <p:nvGrpSpPr>
        <p:cNvPr id="1" name=""/>
        <p:cNvGrpSpPr/>
        <p:nvPr/>
      </p:nvGrpSpPr>
      <p:grpSpPr>
        <a:xfrm>
          <a:off x="0" y="0"/>
          <a:ext cx="0" cy="0"/>
          <a:chOff x="0" y="0"/>
          <a:chExt cx="0" cy="0"/>
        </a:xfrm>
      </p:grpSpPr>
      <p:sp>
        <p:nvSpPr>
          <p:cNvPr id="11" name="Footer Placeholder 4">
            <a:extLst>
              <a:ext uri="{FF2B5EF4-FFF2-40B4-BE49-F238E27FC236}">
                <a16:creationId xmlns:a16="http://schemas.microsoft.com/office/drawing/2014/main" id="{F6F556A8-4855-4EE1-841B-C9AFED90932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2" name="Slide Number Placeholder 5">
            <a:extLst>
              <a:ext uri="{FF2B5EF4-FFF2-40B4-BE49-F238E27FC236}">
                <a16:creationId xmlns:a16="http://schemas.microsoft.com/office/drawing/2014/main" id="{A41FEBA7-B9AA-472B-BC5A-4E473F0F0E4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3" name="Text Placeholder 4">
            <a:extLst>
              <a:ext uri="{FF2B5EF4-FFF2-40B4-BE49-F238E27FC236}">
                <a16:creationId xmlns:a16="http://schemas.microsoft.com/office/drawing/2014/main" id="{706A1B3E-2140-4F42-921B-FEF64FC5DC06}"/>
              </a:ext>
            </a:extLst>
          </p:cNvPr>
          <p:cNvSpPr>
            <a:spLocks noGrp="1"/>
          </p:cNvSpPr>
          <p:nvPr>
            <p:ph type="body" sz="quarter" idx="10"/>
          </p:nvPr>
        </p:nvSpPr>
        <p:spPr>
          <a:xfrm>
            <a:off x="647700" y="2905066"/>
            <a:ext cx="4912534"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4">
            <a:extLst>
              <a:ext uri="{FF2B5EF4-FFF2-40B4-BE49-F238E27FC236}">
                <a16:creationId xmlns:a16="http://schemas.microsoft.com/office/drawing/2014/main" id="{6A7657BF-5289-4569-94CE-7DEA5218EAC9}"/>
              </a:ext>
            </a:extLst>
          </p:cNvPr>
          <p:cNvSpPr>
            <a:spLocks noGrp="1"/>
          </p:cNvSpPr>
          <p:nvPr>
            <p:ph type="body" sz="quarter" idx="16" hasCustomPrompt="1"/>
          </p:nvPr>
        </p:nvSpPr>
        <p:spPr>
          <a:xfrm>
            <a:off x="647700" y="1828800"/>
            <a:ext cx="4912534" cy="795130"/>
          </a:xfrm>
        </p:spPr>
        <p:txBody>
          <a:bodyPr anchor="ctr">
            <a:normAutofit/>
          </a:bodyPr>
          <a:lstStyle>
            <a:lvl1pPr marL="0" indent="0">
              <a:buNone/>
              <a:defRPr sz="1800" b="1"/>
            </a:lvl1pPr>
          </a:lstStyle>
          <a:p>
            <a:pPr lvl="0"/>
            <a:r>
              <a:rPr lang="en-US" dirty="0"/>
              <a:t>Your Sub-Title Can Go Over Here</a:t>
            </a:r>
          </a:p>
        </p:txBody>
      </p:sp>
      <p:sp>
        <p:nvSpPr>
          <p:cNvPr id="15" name="Text Placeholder 4">
            <a:extLst>
              <a:ext uri="{FF2B5EF4-FFF2-40B4-BE49-F238E27FC236}">
                <a16:creationId xmlns:a16="http://schemas.microsoft.com/office/drawing/2014/main" id="{589479AB-3D52-49BB-95E1-4744E0BDB0FD}"/>
              </a:ext>
            </a:extLst>
          </p:cNvPr>
          <p:cNvSpPr>
            <a:spLocks noGrp="1"/>
          </p:cNvSpPr>
          <p:nvPr>
            <p:ph type="body" sz="quarter" idx="17"/>
          </p:nvPr>
        </p:nvSpPr>
        <p:spPr>
          <a:xfrm>
            <a:off x="6631766" y="2905066"/>
            <a:ext cx="4912534"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a:extLst>
              <a:ext uri="{FF2B5EF4-FFF2-40B4-BE49-F238E27FC236}">
                <a16:creationId xmlns:a16="http://schemas.microsoft.com/office/drawing/2014/main" id="{38E1FF0E-FE8D-4938-B0A8-2F4BCC2C8EA8}"/>
              </a:ext>
            </a:extLst>
          </p:cNvPr>
          <p:cNvSpPr>
            <a:spLocks noGrp="1"/>
          </p:cNvSpPr>
          <p:nvPr>
            <p:ph type="body" sz="quarter" idx="18" hasCustomPrompt="1"/>
          </p:nvPr>
        </p:nvSpPr>
        <p:spPr>
          <a:xfrm>
            <a:off x="6631766" y="1828800"/>
            <a:ext cx="4912534" cy="795130"/>
          </a:xfrm>
        </p:spPr>
        <p:txBody>
          <a:bodyPr anchor="ctr">
            <a:normAutofit/>
          </a:bodyPr>
          <a:lstStyle>
            <a:lvl1pPr marL="0" indent="0">
              <a:buNone/>
              <a:defRPr sz="1800" b="1"/>
            </a:lvl1pPr>
          </a:lstStyle>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Your Sub-Title Can Go Over Here</a:t>
            </a:r>
          </a:p>
        </p:txBody>
      </p:sp>
      <p:sp>
        <p:nvSpPr>
          <p:cNvPr id="18" name="Title 1">
            <a:extLst>
              <a:ext uri="{FF2B5EF4-FFF2-40B4-BE49-F238E27FC236}">
                <a16:creationId xmlns:a16="http://schemas.microsoft.com/office/drawing/2014/main" id="{E3CB47BD-083C-45C7-9D14-9E7B4A3342B7}"/>
              </a:ext>
            </a:extLst>
          </p:cNvPr>
          <p:cNvSpPr>
            <a:spLocks noGrp="1"/>
          </p:cNvSpPr>
          <p:nvPr>
            <p:ph type="title" hasCustomPrompt="1"/>
          </p:nvPr>
        </p:nvSpPr>
        <p:spPr>
          <a:xfrm>
            <a:off x="652462" y="346076"/>
            <a:ext cx="10891838" cy="568324"/>
          </a:xfrm>
        </p:spPr>
        <p:txBody>
          <a:bodyPr/>
          <a:lstStyle>
            <a:lvl1pPr>
              <a:defRPr/>
            </a:lvl1pPr>
          </a:lstStyle>
          <a:p>
            <a:r>
              <a:rPr lang="en-US" dirty="0"/>
              <a:t>Your Slide’s Title Goes Over Here</a:t>
            </a:r>
          </a:p>
        </p:txBody>
      </p:sp>
      <p:sp>
        <p:nvSpPr>
          <p:cNvPr id="19" name="Text Placeholder 4">
            <a:extLst>
              <a:ext uri="{FF2B5EF4-FFF2-40B4-BE49-F238E27FC236}">
                <a16:creationId xmlns:a16="http://schemas.microsoft.com/office/drawing/2014/main" id="{C4CB1AE0-3C8D-4899-9141-839223F4FCCD}"/>
              </a:ext>
            </a:extLst>
          </p:cNvPr>
          <p:cNvSpPr>
            <a:spLocks noGrp="1"/>
          </p:cNvSpPr>
          <p:nvPr>
            <p:ph type="body" sz="quarter" idx="19" hasCustomPrompt="1"/>
          </p:nvPr>
        </p:nvSpPr>
        <p:spPr>
          <a:xfrm>
            <a:off x="652462" y="914400"/>
            <a:ext cx="108918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240927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Text 3 Colums">
    <p:spTree>
      <p:nvGrpSpPr>
        <p:cNvPr id="1" name=""/>
        <p:cNvGrpSpPr/>
        <p:nvPr/>
      </p:nvGrpSpPr>
      <p:grpSpPr>
        <a:xfrm>
          <a:off x="0" y="0"/>
          <a:ext cx="0" cy="0"/>
          <a:chOff x="0" y="0"/>
          <a:chExt cx="0" cy="0"/>
        </a:xfrm>
      </p:grpSpPr>
      <p:sp>
        <p:nvSpPr>
          <p:cNvPr id="11" name="Footer Placeholder 4">
            <a:extLst>
              <a:ext uri="{FF2B5EF4-FFF2-40B4-BE49-F238E27FC236}">
                <a16:creationId xmlns:a16="http://schemas.microsoft.com/office/drawing/2014/main" id="{F6F556A8-4855-4EE1-841B-C9AFED90932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2" name="Slide Number Placeholder 5">
            <a:extLst>
              <a:ext uri="{FF2B5EF4-FFF2-40B4-BE49-F238E27FC236}">
                <a16:creationId xmlns:a16="http://schemas.microsoft.com/office/drawing/2014/main" id="{A41FEBA7-B9AA-472B-BC5A-4E473F0F0E4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6" name="Text Placeholder 4">
            <a:extLst>
              <a:ext uri="{FF2B5EF4-FFF2-40B4-BE49-F238E27FC236}">
                <a16:creationId xmlns:a16="http://schemas.microsoft.com/office/drawing/2014/main" id="{0EC5F5D6-239D-42E9-B2CB-DBDA0816920E}"/>
              </a:ext>
            </a:extLst>
          </p:cNvPr>
          <p:cNvSpPr>
            <a:spLocks noGrp="1"/>
          </p:cNvSpPr>
          <p:nvPr>
            <p:ph type="body" sz="quarter" idx="10"/>
          </p:nvPr>
        </p:nvSpPr>
        <p:spPr>
          <a:xfrm>
            <a:off x="6477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A9F0E343-6F9B-4CE0-82F4-EFF6BA8673B6}"/>
              </a:ext>
            </a:extLst>
          </p:cNvPr>
          <p:cNvSpPr>
            <a:spLocks noGrp="1"/>
          </p:cNvSpPr>
          <p:nvPr>
            <p:ph type="body" sz="quarter" idx="16" hasCustomPrompt="1"/>
          </p:nvPr>
        </p:nvSpPr>
        <p:spPr>
          <a:xfrm>
            <a:off x="6477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18" name="Text Placeholder 4">
            <a:extLst>
              <a:ext uri="{FF2B5EF4-FFF2-40B4-BE49-F238E27FC236}">
                <a16:creationId xmlns:a16="http://schemas.microsoft.com/office/drawing/2014/main" id="{979A81A1-1BD3-454F-988C-3076C92551C8}"/>
              </a:ext>
            </a:extLst>
          </p:cNvPr>
          <p:cNvSpPr>
            <a:spLocks noGrp="1"/>
          </p:cNvSpPr>
          <p:nvPr>
            <p:ph type="body" sz="quarter" idx="17"/>
          </p:nvPr>
        </p:nvSpPr>
        <p:spPr>
          <a:xfrm>
            <a:off x="44958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4">
            <a:extLst>
              <a:ext uri="{FF2B5EF4-FFF2-40B4-BE49-F238E27FC236}">
                <a16:creationId xmlns:a16="http://schemas.microsoft.com/office/drawing/2014/main" id="{19AD2D46-7F60-4477-AB15-8679D136EF5C}"/>
              </a:ext>
            </a:extLst>
          </p:cNvPr>
          <p:cNvSpPr>
            <a:spLocks noGrp="1"/>
          </p:cNvSpPr>
          <p:nvPr>
            <p:ph type="body" sz="quarter" idx="18" hasCustomPrompt="1"/>
          </p:nvPr>
        </p:nvSpPr>
        <p:spPr>
          <a:xfrm>
            <a:off x="44958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20" name="Text Placeholder 4">
            <a:extLst>
              <a:ext uri="{FF2B5EF4-FFF2-40B4-BE49-F238E27FC236}">
                <a16:creationId xmlns:a16="http://schemas.microsoft.com/office/drawing/2014/main" id="{B4656967-2CDB-4943-AA75-80D72BD2EE4D}"/>
              </a:ext>
            </a:extLst>
          </p:cNvPr>
          <p:cNvSpPr>
            <a:spLocks noGrp="1"/>
          </p:cNvSpPr>
          <p:nvPr>
            <p:ph type="body" sz="quarter" idx="19"/>
          </p:nvPr>
        </p:nvSpPr>
        <p:spPr>
          <a:xfrm>
            <a:off x="83439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4">
            <a:extLst>
              <a:ext uri="{FF2B5EF4-FFF2-40B4-BE49-F238E27FC236}">
                <a16:creationId xmlns:a16="http://schemas.microsoft.com/office/drawing/2014/main" id="{CF5F0545-2D61-48D2-BAEE-E49EE43EA89B}"/>
              </a:ext>
            </a:extLst>
          </p:cNvPr>
          <p:cNvSpPr>
            <a:spLocks noGrp="1"/>
          </p:cNvSpPr>
          <p:nvPr>
            <p:ph type="body" sz="quarter" idx="20" hasCustomPrompt="1"/>
          </p:nvPr>
        </p:nvSpPr>
        <p:spPr>
          <a:xfrm>
            <a:off x="83439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13" name="Title 1">
            <a:extLst>
              <a:ext uri="{FF2B5EF4-FFF2-40B4-BE49-F238E27FC236}">
                <a16:creationId xmlns:a16="http://schemas.microsoft.com/office/drawing/2014/main" id="{3B0C4BEF-46FD-4375-A581-DFFC5C22012E}"/>
              </a:ext>
            </a:extLst>
          </p:cNvPr>
          <p:cNvSpPr>
            <a:spLocks noGrp="1"/>
          </p:cNvSpPr>
          <p:nvPr>
            <p:ph type="title" hasCustomPrompt="1"/>
          </p:nvPr>
        </p:nvSpPr>
        <p:spPr>
          <a:xfrm>
            <a:off x="652462" y="346076"/>
            <a:ext cx="10887076" cy="568324"/>
          </a:xfrm>
        </p:spPr>
        <p:txBody>
          <a:bodyPr/>
          <a:lstStyle>
            <a:lvl1pPr>
              <a:defRPr/>
            </a:lvl1pPr>
          </a:lstStyle>
          <a:p>
            <a:r>
              <a:rPr lang="en-US" dirty="0"/>
              <a:t>Your Slide’s Title Goes Over Here</a:t>
            </a:r>
          </a:p>
        </p:txBody>
      </p:sp>
      <p:sp>
        <p:nvSpPr>
          <p:cNvPr id="14" name="Text Placeholder 4">
            <a:extLst>
              <a:ext uri="{FF2B5EF4-FFF2-40B4-BE49-F238E27FC236}">
                <a16:creationId xmlns:a16="http://schemas.microsoft.com/office/drawing/2014/main" id="{06357DCA-07EF-47AD-8F26-B22C543F4AB6}"/>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624959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1 columns and highlight data">
    <p:spTree>
      <p:nvGrpSpPr>
        <p:cNvPr id="1" name=""/>
        <p:cNvGrpSpPr/>
        <p:nvPr/>
      </p:nvGrpSpPr>
      <p:grpSpPr>
        <a:xfrm>
          <a:off x="0" y="0"/>
          <a:ext cx="0" cy="0"/>
          <a:chOff x="0" y="0"/>
          <a:chExt cx="0" cy="0"/>
        </a:xfrm>
      </p:grpSpPr>
      <p:pic>
        <p:nvPicPr>
          <p:cNvPr id="14" name="Picture 13" descr="A picture containing outdoor, night sky&#10;&#10;Description automatically generated">
            <a:extLst>
              <a:ext uri="{FF2B5EF4-FFF2-40B4-BE49-F238E27FC236}">
                <a16:creationId xmlns:a16="http://schemas.microsoft.com/office/drawing/2014/main" id="{681FFDB9-5E67-4136-8577-9BF26201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2" name="Rectangle 11">
            <a:extLst>
              <a:ext uri="{FF2B5EF4-FFF2-40B4-BE49-F238E27FC236}">
                <a16:creationId xmlns:a16="http://schemas.microsoft.com/office/drawing/2014/main" id="{2C5ADAEB-0EB3-4E22-B5B7-A8FBCF0DDE8B}"/>
              </a:ext>
            </a:extLst>
          </p:cNvPr>
          <p:cNvSpPr/>
          <p:nvPr userDrawn="1"/>
        </p:nvSpPr>
        <p:spPr>
          <a:xfrm>
            <a:off x="6801168" y="1828800"/>
            <a:ext cx="4743132" cy="45778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oter Placeholder 4">
            <a:extLst>
              <a:ext uri="{FF2B5EF4-FFF2-40B4-BE49-F238E27FC236}">
                <a16:creationId xmlns:a16="http://schemas.microsoft.com/office/drawing/2014/main" id="{B2C72544-E6FA-477B-AF90-B108B605BD6C}"/>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1" name="Slide Number Placeholder 5">
            <a:extLst>
              <a:ext uri="{FF2B5EF4-FFF2-40B4-BE49-F238E27FC236}">
                <a16:creationId xmlns:a16="http://schemas.microsoft.com/office/drawing/2014/main" id="{9DE6F6C4-74A6-48DA-8602-BE87A6619E8C}"/>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4">
            <a:extLst>
              <a:ext uri="{FF2B5EF4-FFF2-40B4-BE49-F238E27FC236}">
                <a16:creationId xmlns:a16="http://schemas.microsoft.com/office/drawing/2014/main" id="{71C459A7-D950-4C0D-9F48-DC1F025048E0}"/>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a:extLst>
              <a:ext uri="{FF2B5EF4-FFF2-40B4-BE49-F238E27FC236}">
                <a16:creationId xmlns:a16="http://schemas.microsoft.com/office/drawing/2014/main" id="{8606ADAC-6CF0-4728-BADC-75458A94E540}"/>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15" name="Text Placeholder 4">
            <a:extLst>
              <a:ext uri="{FF2B5EF4-FFF2-40B4-BE49-F238E27FC236}">
                <a16:creationId xmlns:a16="http://schemas.microsoft.com/office/drawing/2014/main" id="{4B4A09DA-0B29-4EC7-9F49-B4881C6166BE}"/>
              </a:ext>
            </a:extLst>
          </p:cNvPr>
          <p:cNvSpPr>
            <a:spLocks noGrp="1"/>
          </p:cNvSpPr>
          <p:nvPr>
            <p:ph type="body" sz="quarter" idx="16" hasCustomPrompt="1"/>
          </p:nvPr>
        </p:nvSpPr>
        <p:spPr>
          <a:xfrm>
            <a:off x="652463" y="914400"/>
            <a:ext cx="565746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1901619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and 1 Photo">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13">
            <a:extLst>
              <a:ext uri="{FF2B5EF4-FFF2-40B4-BE49-F238E27FC236}">
                <a16:creationId xmlns:a16="http://schemas.microsoft.com/office/drawing/2014/main" id="{54E0CE34-E7E7-420C-8004-031C084CC111}"/>
              </a:ext>
            </a:extLst>
          </p:cNvPr>
          <p:cNvSpPr>
            <a:spLocks noGrp="1"/>
          </p:cNvSpPr>
          <p:nvPr>
            <p:ph type="pic" sz="quarter" idx="13"/>
          </p:nvPr>
        </p:nvSpPr>
        <p:spPr>
          <a:xfrm>
            <a:off x="6801167" y="1828800"/>
            <a:ext cx="4743133" cy="4577876"/>
          </a:xfrm>
          <a:custGeom>
            <a:avLst/>
            <a:gdLst>
              <a:gd name="connsiteX0" fmla="*/ 0 w 4743133"/>
              <a:gd name="connsiteY0" fmla="*/ 0 h 4598348"/>
              <a:gd name="connsiteX1" fmla="*/ 4743133 w 4743133"/>
              <a:gd name="connsiteY1" fmla="*/ 0 h 4598348"/>
              <a:gd name="connsiteX2" fmla="*/ 4743133 w 4743133"/>
              <a:gd name="connsiteY2" fmla="*/ 4598348 h 4598348"/>
              <a:gd name="connsiteX3" fmla="*/ 0 w 4743133"/>
              <a:gd name="connsiteY3" fmla="*/ 4598348 h 4598348"/>
            </a:gdLst>
            <a:ahLst/>
            <a:cxnLst>
              <a:cxn ang="0">
                <a:pos x="connsiteX0" y="connsiteY0"/>
              </a:cxn>
              <a:cxn ang="0">
                <a:pos x="connsiteX1" y="connsiteY1"/>
              </a:cxn>
              <a:cxn ang="0">
                <a:pos x="connsiteX2" y="connsiteY2"/>
              </a:cxn>
              <a:cxn ang="0">
                <a:pos x="connsiteX3" y="connsiteY3"/>
              </a:cxn>
            </a:cxnLst>
            <a:rect l="l" t="t" r="r" b="b"/>
            <a:pathLst>
              <a:path w="4743133" h="4598348">
                <a:moveTo>
                  <a:pt x="0" y="0"/>
                </a:moveTo>
                <a:lnTo>
                  <a:pt x="4743133" y="0"/>
                </a:lnTo>
                <a:lnTo>
                  <a:pt x="4743133" y="4598348"/>
                </a:lnTo>
                <a:lnTo>
                  <a:pt x="0" y="4598348"/>
                </a:lnTo>
                <a:close/>
              </a:path>
            </a:pathLst>
          </a:custGeom>
          <a:solidFill>
            <a:schemeClr val="bg2"/>
          </a:solidFill>
        </p:spPr>
        <p:txBody>
          <a:bodyPr wrap="square">
            <a:noAutofit/>
          </a:bodyPr>
          <a:lstStyle/>
          <a:p>
            <a:endParaRPr lang="en-US"/>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1AA82966-324A-4B76-9FEF-20AADFFC8800}"/>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7673590A-F19D-4E8D-A508-7FDA5D427119}"/>
              </a:ext>
            </a:extLst>
          </p:cNvPr>
          <p:cNvSpPr>
            <a:spLocks noGrp="1"/>
          </p:cNvSpPr>
          <p:nvPr>
            <p:ph type="body" sz="quarter" idx="16" hasCustomPrompt="1"/>
          </p:nvPr>
        </p:nvSpPr>
        <p:spPr>
          <a:xfrm>
            <a:off x="652463" y="914400"/>
            <a:ext cx="565746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141469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and 2 Photos">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BC2BE161-631E-4594-9F73-F78B92592D6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455" t="864" r="985" b="5495"/>
          <a:stretch/>
        </p:blipFill>
        <p:spPr>
          <a:xfrm rot="16200000">
            <a:off x="7543387" y="1758056"/>
            <a:ext cx="6406672" cy="2890555"/>
          </a:xfrm>
          <a:prstGeom prst="rect">
            <a:avLst/>
          </a:prstGeom>
          <a:ln>
            <a:noFill/>
          </a:ln>
        </p:spPr>
      </p:pic>
      <p:pic>
        <p:nvPicPr>
          <p:cNvPr id="11" name="Graphic 10">
            <a:extLst>
              <a:ext uri="{FF2B5EF4-FFF2-40B4-BE49-F238E27FC236}">
                <a16:creationId xmlns:a16="http://schemas.microsoft.com/office/drawing/2014/main" id="{2F24866D-AD2E-6A40-9AAA-D346CA1E2F9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2" name="Picture Placeholder 6">
            <a:extLst>
              <a:ext uri="{FF2B5EF4-FFF2-40B4-BE49-F238E27FC236}">
                <a16:creationId xmlns:a16="http://schemas.microsoft.com/office/drawing/2014/main" id="{50B85E78-DB0C-624D-A1DD-E823FEB7752E}"/>
              </a:ext>
            </a:extLst>
          </p:cNvPr>
          <p:cNvSpPr>
            <a:spLocks noGrp="1"/>
          </p:cNvSpPr>
          <p:nvPr>
            <p:ph type="pic" sz="quarter" idx="13"/>
          </p:nvPr>
        </p:nvSpPr>
        <p:spPr>
          <a:xfrm>
            <a:off x="6801167" y="3106507"/>
            <a:ext cx="4743133" cy="2837093"/>
          </a:xfrm>
          <a:solidFill>
            <a:schemeClr val="bg2"/>
          </a:solidFill>
        </p:spPr>
        <p:txBody>
          <a:bodyPr/>
          <a:lstStyle/>
          <a:p>
            <a:endParaRPr lang="en-US" dirty="0"/>
          </a:p>
        </p:txBody>
      </p:sp>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801167" y="0"/>
            <a:ext cx="4743133" cy="2837093"/>
          </a:xfrm>
          <a:solidFill>
            <a:schemeClr val="bg2"/>
          </a:solidFill>
        </p:spPr>
        <p:txBody>
          <a:bodyPr/>
          <a:lstStyle/>
          <a:p>
            <a:endParaRPr lang="en-US"/>
          </a:p>
        </p:txBody>
      </p:sp>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0" name="Text Placeholder 4">
            <a:extLst>
              <a:ext uri="{FF2B5EF4-FFF2-40B4-BE49-F238E27FC236}">
                <a16:creationId xmlns:a16="http://schemas.microsoft.com/office/drawing/2014/main" id="{D177C813-FC33-4479-979B-03E9E2836BB0}"/>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1">
            <a:extLst>
              <a:ext uri="{FF2B5EF4-FFF2-40B4-BE49-F238E27FC236}">
                <a16:creationId xmlns:a16="http://schemas.microsoft.com/office/drawing/2014/main" id="{58456A26-A6D9-4F73-A61C-B9987D3C0D4C}"/>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18" name="Text Placeholder 4">
            <a:extLst>
              <a:ext uri="{FF2B5EF4-FFF2-40B4-BE49-F238E27FC236}">
                <a16:creationId xmlns:a16="http://schemas.microsoft.com/office/drawing/2014/main" id="{7F619692-788F-4F65-924F-AEF2B8DC6046}"/>
              </a:ext>
            </a:extLst>
          </p:cNvPr>
          <p:cNvSpPr>
            <a:spLocks noGrp="1"/>
          </p:cNvSpPr>
          <p:nvPr>
            <p:ph type="body" sz="quarter" idx="16" hasCustomPrompt="1"/>
          </p:nvPr>
        </p:nvSpPr>
        <p:spPr>
          <a:xfrm>
            <a:off x="652463" y="914400"/>
            <a:ext cx="565746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482046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images and text">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188D1A8E-25FD-493D-967A-0BEF46D692D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5" name="Rectangle 4">
            <a:extLst>
              <a:ext uri="{FF2B5EF4-FFF2-40B4-BE49-F238E27FC236}">
                <a16:creationId xmlns:a16="http://schemas.microsoft.com/office/drawing/2014/main" id="{73A2681E-5816-419E-A794-09273045D42A}"/>
              </a:ext>
            </a:extLst>
          </p:cNvPr>
          <p:cNvSpPr/>
          <p:nvPr userDrawn="1"/>
        </p:nvSpPr>
        <p:spPr>
          <a:xfrm>
            <a:off x="647699" y="4328159"/>
            <a:ext cx="5224045" cy="20820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0E05AC7-9508-4DC8-BD96-C9016D8BA0BE}"/>
              </a:ext>
            </a:extLst>
          </p:cNvPr>
          <p:cNvSpPr/>
          <p:nvPr userDrawn="1"/>
        </p:nvSpPr>
        <p:spPr>
          <a:xfrm>
            <a:off x="6320254" y="4328159"/>
            <a:ext cx="5224045" cy="20820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47699" y="1828800"/>
            <a:ext cx="5224045" cy="2499359"/>
          </a:xfrm>
          <a:solidFill>
            <a:schemeClr val="bg2"/>
          </a:solidFill>
        </p:spPr>
        <p:txBody>
          <a:bodyPr/>
          <a:lstStyle/>
          <a:p>
            <a:endParaRPr lang="en-US"/>
          </a:p>
        </p:txBody>
      </p:sp>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9" name="Picture Placeholder 6">
            <a:extLst>
              <a:ext uri="{FF2B5EF4-FFF2-40B4-BE49-F238E27FC236}">
                <a16:creationId xmlns:a16="http://schemas.microsoft.com/office/drawing/2014/main" id="{FE27A9DB-EA94-4991-A181-C62DFA5023B6}"/>
              </a:ext>
            </a:extLst>
          </p:cNvPr>
          <p:cNvSpPr>
            <a:spLocks noGrp="1"/>
          </p:cNvSpPr>
          <p:nvPr>
            <p:ph type="pic" sz="quarter" idx="17"/>
          </p:nvPr>
        </p:nvSpPr>
        <p:spPr>
          <a:xfrm>
            <a:off x="6320254" y="1828800"/>
            <a:ext cx="5224045" cy="2499359"/>
          </a:xfrm>
          <a:solidFill>
            <a:schemeClr val="bg2"/>
          </a:solidFill>
        </p:spPr>
        <p:txBody>
          <a:bodyPr/>
          <a:lstStyle/>
          <a:p>
            <a:endParaRPr lang="en-US"/>
          </a:p>
        </p:txBody>
      </p:sp>
      <p:sp>
        <p:nvSpPr>
          <p:cNvPr id="27" name="Text Placeholder 4">
            <a:extLst>
              <a:ext uri="{FF2B5EF4-FFF2-40B4-BE49-F238E27FC236}">
                <a16:creationId xmlns:a16="http://schemas.microsoft.com/office/drawing/2014/main" id="{7429A3D6-5185-4B41-AC10-DCB3174976D1}"/>
              </a:ext>
            </a:extLst>
          </p:cNvPr>
          <p:cNvSpPr>
            <a:spLocks noGrp="1"/>
          </p:cNvSpPr>
          <p:nvPr>
            <p:ph type="body" sz="quarter" idx="10"/>
          </p:nvPr>
        </p:nvSpPr>
        <p:spPr>
          <a:xfrm>
            <a:off x="1039349" y="5006482"/>
            <a:ext cx="4464090" cy="937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4">
            <a:extLst>
              <a:ext uri="{FF2B5EF4-FFF2-40B4-BE49-F238E27FC236}">
                <a16:creationId xmlns:a16="http://schemas.microsoft.com/office/drawing/2014/main" id="{D35ECFEC-116E-4F96-8983-97D81444D419}"/>
              </a:ext>
            </a:extLst>
          </p:cNvPr>
          <p:cNvSpPr>
            <a:spLocks noGrp="1"/>
          </p:cNvSpPr>
          <p:nvPr>
            <p:ph type="body" sz="quarter" idx="16" hasCustomPrompt="1"/>
          </p:nvPr>
        </p:nvSpPr>
        <p:spPr>
          <a:xfrm>
            <a:off x="1039349" y="4503846"/>
            <a:ext cx="4464090" cy="374847"/>
          </a:xfrm>
        </p:spPr>
        <p:txBody>
          <a:bodyPr anchor="ctr">
            <a:normAutofit/>
          </a:bodyPr>
          <a:lstStyle>
            <a:lvl1pPr marL="0" indent="0">
              <a:buNone/>
              <a:defRPr sz="1800" b="1"/>
            </a:lvl1pPr>
          </a:lstStyle>
          <a:p>
            <a:pPr lvl="0"/>
            <a:r>
              <a:rPr lang="en-US" dirty="0"/>
              <a:t>Subtitle</a:t>
            </a:r>
          </a:p>
        </p:txBody>
      </p:sp>
      <p:sp>
        <p:nvSpPr>
          <p:cNvPr id="29" name="Text Placeholder 4">
            <a:extLst>
              <a:ext uri="{FF2B5EF4-FFF2-40B4-BE49-F238E27FC236}">
                <a16:creationId xmlns:a16="http://schemas.microsoft.com/office/drawing/2014/main" id="{D2F56DA3-A221-4EF1-AF4F-42125740DA7F}"/>
              </a:ext>
            </a:extLst>
          </p:cNvPr>
          <p:cNvSpPr>
            <a:spLocks noGrp="1"/>
          </p:cNvSpPr>
          <p:nvPr>
            <p:ph type="body" sz="quarter" idx="18"/>
          </p:nvPr>
        </p:nvSpPr>
        <p:spPr>
          <a:xfrm>
            <a:off x="6696134" y="5006482"/>
            <a:ext cx="4464090" cy="937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4">
            <a:extLst>
              <a:ext uri="{FF2B5EF4-FFF2-40B4-BE49-F238E27FC236}">
                <a16:creationId xmlns:a16="http://schemas.microsoft.com/office/drawing/2014/main" id="{83FA8CBA-5F30-4931-BA89-736501D3DD90}"/>
              </a:ext>
            </a:extLst>
          </p:cNvPr>
          <p:cNvSpPr>
            <a:spLocks noGrp="1"/>
          </p:cNvSpPr>
          <p:nvPr>
            <p:ph type="body" sz="quarter" idx="19" hasCustomPrompt="1"/>
          </p:nvPr>
        </p:nvSpPr>
        <p:spPr>
          <a:xfrm>
            <a:off x="6696134" y="4503846"/>
            <a:ext cx="4464090" cy="374847"/>
          </a:xfrm>
        </p:spPr>
        <p:txBody>
          <a:bodyPr anchor="ctr">
            <a:normAutofit/>
          </a:bodyPr>
          <a:lstStyle>
            <a:lvl1pPr marL="0" indent="0">
              <a:buNone/>
              <a:defRPr sz="1800" b="1"/>
            </a:lvl1pPr>
          </a:lstStyle>
          <a:p>
            <a:pPr lvl="0"/>
            <a:r>
              <a:rPr lang="en-US" dirty="0"/>
              <a:t>Subtitle</a:t>
            </a:r>
          </a:p>
        </p:txBody>
      </p:sp>
      <p:sp>
        <p:nvSpPr>
          <p:cNvPr id="15" name="Title 1">
            <a:extLst>
              <a:ext uri="{FF2B5EF4-FFF2-40B4-BE49-F238E27FC236}">
                <a16:creationId xmlns:a16="http://schemas.microsoft.com/office/drawing/2014/main" id="{1758C255-DD7F-488C-B5CF-0DDE8DF5D073}"/>
              </a:ext>
            </a:extLst>
          </p:cNvPr>
          <p:cNvSpPr>
            <a:spLocks noGrp="1"/>
          </p:cNvSpPr>
          <p:nvPr>
            <p:ph type="title" hasCustomPrompt="1"/>
          </p:nvPr>
        </p:nvSpPr>
        <p:spPr>
          <a:xfrm>
            <a:off x="652463" y="346076"/>
            <a:ext cx="8796338" cy="568324"/>
          </a:xfrm>
        </p:spPr>
        <p:txBody>
          <a:bodyPr/>
          <a:lstStyle>
            <a:lvl1pPr>
              <a:defRPr/>
            </a:lvl1pPr>
          </a:lstStyle>
          <a:p>
            <a:r>
              <a:rPr lang="en-US" dirty="0"/>
              <a:t>Your Slide’s Title Goes Here</a:t>
            </a:r>
          </a:p>
        </p:txBody>
      </p:sp>
      <p:sp>
        <p:nvSpPr>
          <p:cNvPr id="18" name="Text Placeholder 4">
            <a:extLst>
              <a:ext uri="{FF2B5EF4-FFF2-40B4-BE49-F238E27FC236}">
                <a16:creationId xmlns:a16="http://schemas.microsoft.com/office/drawing/2014/main" id="{68ED617D-4A5B-4A52-AF08-AFBFD257A95F}"/>
              </a:ext>
            </a:extLst>
          </p:cNvPr>
          <p:cNvSpPr>
            <a:spLocks noGrp="1"/>
          </p:cNvSpPr>
          <p:nvPr>
            <p:ph type="body" sz="quarter" idx="20" hasCustomPrompt="1"/>
          </p:nvPr>
        </p:nvSpPr>
        <p:spPr>
          <a:xfrm>
            <a:off x="652463" y="914400"/>
            <a:ext cx="87963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433828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3 Images and Text">
    <p:spTree>
      <p:nvGrpSpPr>
        <p:cNvPr id="1" name=""/>
        <p:cNvGrpSpPr/>
        <p:nvPr/>
      </p:nvGrpSpPr>
      <p:grpSpPr>
        <a:xfrm>
          <a:off x="0" y="0"/>
          <a:ext cx="0" cy="0"/>
          <a:chOff x="0" y="0"/>
          <a:chExt cx="0" cy="0"/>
        </a:xfrm>
      </p:grpSpPr>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31" name="Picture 30" descr="A picture containing outdoor, night sky&#10;&#10;Description automatically generated">
            <a:extLst>
              <a:ext uri="{FF2B5EF4-FFF2-40B4-BE49-F238E27FC236}">
                <a16:creationId xmlns:a16="http://schemas.microsoft.com/office/drawing/2014/main" id="{E8866BD0-67AF-4993-BCB5-82B1775926C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06" t="18724" r="669" b="14646"/>
          <a:stretch/>
        </p:blipFill>
        <p:spPr>
          <a:xfrm flipH="1">
            <a:off x="0" y="0"/>
            <a:ext cx="12192000" cy="3196354"/>
          </a:xfrm>
          <a:prstGeom prst="rect">
            <a:avLst/>
          </a:prstGeom>
          <a:ln>
            <a:noFill/>
          </a:ln>
        </p:spPr>
      </p:pic>
      <p:pic>
        <p:nvPicPr>
          <p:cNvPr id="34" name="Graphic 33">
            <a:extLst>
              <a:ext uri="{FF2B5EF4-FFF2-40B4-BE49-F238E27FC236}">
                <a16:creationId xmlns:a16="http://schemas.microsoft.com/office/drawing/2014/main" id="{DD2297BE-EBB7-4BB7-9ED4-E8F9FB1DCF6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47700" y="1828799"/>
            <a:ext cx="3390555" cy="2494671"/>
          </a:xfrm>
          <a:solidFill>
            <a:schemeClr val="bg2"/>
          </a:solidFill>
        </p:spPr>
        <p:txBody>
          <a:bodyPr/>
          <a:lstStyle/>
          <a:p>
            <a:endParaRPr lang="en-US"/>
          </a:p>
        </p:txBody>
      </p:sp>
      <p:sp>
        <p:nvSpPr>
          <p:cNvPr id="19" name="Picture Placeholder 6">
            <a:extLst>
              <a:ext uri="{FF2B5EF4-FFF2-40B4-BE49-F238E27FC236}">
                <a16:creationId xmlns:a16="http://schemas.microsoft.com/office/drawing/2014/main" id="{FE27A9DB-EA94-4991-A181-C62DFA5023B6}"/>
              </a:ext>
            </a:extLst>
          </p:cNvPr>
          <p:cNvSpPr>
            <a:spLocks noGrp="1"/>
          </p:cNvSpPr>
          <p:nvPr>
            <p:ph type="pic" sz="quarter" idx="17"/>
          </p:nvPr>
        </p:nvSpPr>
        <p:spPr>
          <a:xfrm>
            <a:off x="4400723" y="1828799"/>
            <a:ext cx="3390555" cy="2494671"/>
          </a:xfrm>
          <a:solidFill>
            <a:schemeClr val="bg2"/>
          </a:solidFill>
        </p:spPr>
        <p:txBody>
          <a:bodyPr/>
          <a:lstStyle/>
          <a:p>
            <a:endParaRPr lang="en-US"/>
          </a:p>
        </p:txBody>
      </p:sp>
      <p:sp>
        <p:nvSpPr>
          <p:cNvPr id="13" name="Picture Placeholder 6">
            <a:extLst>
              <a:ext uri="{FF2B5EF4-FFF2-40B4-BE49-F238E27FC236}">
                <a16:creationId xmlns:a16="http://schemas.microsoft.com/office/drawing/2014/main" id="{5CD62879-0C83-4F08-9CA6-71D3C7E9C03B}"/>
              </a:ext>
            </a:extLst>
          </p:cNvPr>
          <p:cNvSpPr>
            <a:spLocks noGrp="1"/>
          </p:cNvSpPr>
          <p:nvPr>
            <p:ph type="pic" sz="quarter" idx="20"/>
          </p:nvPr>
        </p:nvSpPr>
        <p:spPr>
          <a:xfrm>
            <a:off x="8153745" y="1828799"/>
            <a:ext cx="3390555" cy="2494671"/>
          </a:xfrm>
          <a:solidFill>
            <a:schemeClr val="bg2"/>
          </a:solidFill>
        </p:spPr>
        <p:txBody>
          <a:bodyPr/>
          <a:lstStyle/>
          <a:p>
            <a:endParaRPr lang="en-US"/>
          </a:p>
        </p:txBody>
      </p:sp>
      <p:sp>
        <p:nvSpPr>
          <p:cNvPr id="25" name="Text Placeholder 4">
            <a:extLst>
              <a:ext uri="{FF2B5EF4-FFF2-40B4-BE49-F238E27FC236}">
                <a16:creationId xmlns:a16="http://schemas.microsoft.com/office/drawing/2014/main" id="{4F9029B3-8ACB-4DA6-8B38-84F0BF72C10F}"/>
              </a:ext>
            </a:extLst>
          </p:cNvPr>
          <p:cNvSpPr>
            <a:spLocks noGrp="1"/>
          </p:cNvSpPr>
          <p:nvPr>
            <p:ph type="body" sz="quarter" idx="18"/>
          </p:nvPr>
        </p:nvSpPr>
        <p:spPr>
          <a:xfrm>
            <a:off x="647701"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4">
            <a:extLst>
              <a:ext uri="{FF2B5EF4-FFF2-40B4-BE49-F238E27FC236}">
                <a16:creationId xmlns:a16="http://schemas.microsoft.com/office/drawing/2014/main" id="{63E96DD9-23FE-4274-871B-8090D2AFC0AB}"/>
              </a:ext>
            </a:extLst>
          </p:cNvPr>
          <p:cNvSpPr>
            <a:spLocks noGrp="1"/>
          </p:cNvSpPr>
          <p:nvPr>
            <p:ph type="body" sz="quarter" idx="19" hasCustomPrompt="1"/>
          </p:nvPr>
        </p:nvSpPr>
        <p:spPr>
          <a:xfrm>
            <a:off x="647701"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27" name="Text Placeholder 4">
            <a:extLst>
              <a:ext uri="{FF2B5EF4-FFF2-40B4-BE49-F238E27FC236}">
                <a16:creationId xmlns:a16="http://schemas.microsoft.com/office/drawing/2014/main" id="{9D13D5C4-6C9E-4D1D-96DD-B8EF2FDF6CFF}"/>
              </a:ext>
            </a:extLst>
          </p:cNvPr>
          <p:cNvSpPr>
            <a:spLocks noGrp="1"/>
          </p:cNvSpPr>
          <p:nvPr>
            <p:ph type="body" sz="quarter" idx="21"/>
          </p:nvPr>
        </p:nvSpPr>
        <p:spPr>
          <a:xfrm>
            <a:off x="43848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4">
            <a:extLst>
              <a:ext uri="{FF2B5EF4-FFF2-40B4-BE49-F238E27FC236}">
                <a16:creationId xmlns:a16="http://schemas.microsoft.com/office/drawing/2014/main" id="{69F3355B-5E31-43C0-9781-30094D500D8E}"/>
              </a:ext>
            </a:extLst>
          </p:cNvPr>
          <p:cNvSpPr>
            <a:spLocks noGrp="1"/>
          </p:cNvSpPr>
          <p:nvPr>
            <p:ph type="body" sz="quarter" idx="22" hasCustomPrompt="1"/>
          </p:nvPr>
        </p:nvSpPr>
        <p:spPr>
          <a:xfrm>
            <a:off x="43848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29" name="Text Placeholder 4">
            <a:extLst>
              <a:ext uri="{FF2B5EF4-FFF2-40B4-BE49-F238E27FC236}">
                <a16:creationId xmlns:a16="http://schemas.microsoft.com/office/drawing/2014/main" id="{C3A7A526-1EE6-43D1-964C-AAB9394FA1B0}"/>
              </a:ext>
            </a:extLst>
          </p:cNvPr>
          <p:cNvSpPr>
            <a:spLocks noGrp="1"/>
          </p:cNvSpPr>
          <p:nvPr>
            <p:ph type="body" sz="quarter" idx="23"/>
          </p:nvPr>
        </p:nvSpPr>
        <p:spPr>
          <a:xfrm>
            <a:off x="81425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4">
            <a:extLst>
              <a:ext uri="{FF2B5EF4-FFF2-40B4-BE49-F238E27FC236}">
                <a16:creationId xmlns:a16="http://schemas.microsoft.com/office/drawing/2014/main" id="{6F63AA15-9684-451F-9ED1-3BD417A4E3D9}"/>
              </a:ext>
            </a:extLst>
          </p:cNvPr>
          <p:cNvSpPr>
            <a:spLocks noGrp="1"/>
          </p:cNvSpPr>
          <p:nvPr>
            <p:ph type="body" sz="quarter" idx="24" hasCustomPrompt="1"/>
          </p:nvPr>
        </p:nvSpPr>
        <p:spPr>
          <a:xfrm>
            <a:off x="81425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18" name="Title 1">
            <a:extLst>
              <a:ext uri="{FF2B5EF4-FFF2-40B4-BE49-F238E27FC236}">
                <a16:creationId xmlns:a16="http://schemas.microsoft.com/office/drawing/2014/main" id="{0D0A90BC-982F-4519-B154-AD2CD92D4117}"/>
              </a:ext>
            </a:extLst>
          </p:cNvPr>
          <p:cNvSpPr>
            <a:spLocks noGrp="1"/>
          </p:cNvSpPr>
          <p:nvPr>
            <p:ph type="title" hasCustomPrompt="1"/>
          </p:nvPr>
        </p:nvSpPr>
        <p:spPr>
          <a:xfrm>
            <a:off x="652462" y="346076"/>
            <a:ext cx="10887076" cy="568324"/>
          </a:xfrm>
        </p:spPr>
        <p:txBody>
          <a:bodyPr/>
          <a:lstStyle>
            <a:lvl1pPr algn="ctr">
              <a:defRPr>
                <a:solidFill>
                  <a:schemeClr val="bg1"/>
                </a:solidFill>
              </a:defRPr>
            </a:lvl1pPr>
          </a:lstStyle>
          <a:p>
            <a:r>
              <a:rPr lang="en-US" dirty="0"/>
              <a:t>Your Slide’s Title Goes Over Here</a:t>
            </a:r>
          </a:p>
        </p:txBody>
      </p:sp>
    </p:spTree>
    <p:extLst>
      <p:ext uri="{BB962C8B-B14F-4D97-AF65-F5344CB8AC3E}">
        <p14:creationId xmlns:p14="http://schemas.microsoft.com/office/powerpoint/2010/main" val="3248068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Full Image 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8B09657-D9FB-4E5C-9645-121FAA31326A}"/>
              </a:ext>
            </a:extLst>
          </p:cNvPr>
          <p:cNvSpPr/>
          <p:nvPr userDrawn="1"/>
        </p:nvSpPr>
        <p:spPr>
          <a:xfrm>
            <a:off x="647700" y="-1"/>
            <a:ext cx="5226008" cy="59577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Picture Placeholder 21">
            <a:extLst>
              <a:ext uri="{FF2B5EF4-FFF2-40B4-BE49-F238E27FC236}">
                <a16:creationId xmlns:a16="http://schemas.microsoft.com/office/drawing/2014/main" id="{CC56583B-76EA-44AE-95A8-668E181D1003}"/>
              </a:ext>
            </a:extLst>
          </p:cNvPr>
          <p:cNvSpPr>
            <a:spLocks noGrp="1"/>
          </p:cNvSpPr>
          <p:nvPr>
            <p:ph type="pic" sz="quarter" idx="17"/>
          </p:nvPr>
        </p:nvSpPr>
        <p:spPr>
          <a:xfrm>
            <a:off x="0" y="-1"/>
            <a:ext cx="12192000" cy="6409809"/>
          </a:xfrm>
          <a:custGeom>
            <a:avLst/>
            <a:gdLst>
              <a:gd name="connsiteX0" fmla="*/ 0 w 12192000"/>
              <a:gd name="connsiteY0" fmla="*/ 0 h 6400800"/>
              <a:gd name="connsiteX1" fmla="*/ 647700 w 12192000"/>
              <a:gd name="connsiteY1" fmla="*/ 0 h 6400800"/>
              <a:gd name="connsiteX2" fmla="*/ 647700 w 12192000"/>
              <a:gd name="connsiteY2" fmla="*/ 5943600 h 6400800"/>
              <a:gd name="connsiteX3" fmla="*/ 5873708 w 12192000"/>
              <a:gd name="connsiteY3" fmla="*/ 5943600 h 6400800"/>
              <a:gd name="connsiteX4" fmla="*/ 5873708 w 12192000"/>
              <a:gd name="connsiteY4" fmla="*/ 0 h 6400800"/>
              <a:gd name="connsiteX5" fmla="*/ 12192000 w 12192000"/>
              <a:gd name="connsiteY5" fmla="*/ 0 h 6400800"/>
              <a:gd name="connsiteX6" fmla="*/ 12192000 w 12192000"/>
              <a:gd name="connsiteY6" fmla="*/ 6400800 h 6400800"/>
              <a:gd name="connsiteX7" fmla="*/ 0 w 12192000"/>
              <a:gd name="connsiteY7" fmla="*/ 640080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00800">
                <a:moveTo>
                  <a:pt x="0" y="0"/>
                </a:moveTo>
                <a:lnTo>
                  <a:pt x="647700" y="0"/>
                </a:lnTo>
                <a:lnTo>
                  <a:pt x="647700" y="5943600"/>
                </a:lnTo>
                <a:lnTo>
                  <a:pt x="5873708" y="5943600"/>
                </a:lnTo>
                <a:lnTo>
                  <a:pt x="5873708" y="0"/>
                </a:lnTo>
                <a:lnTo>
                  <a:pt x="12192000" y="0"/>
                </a:lnTo>
                <a:lnTo>
                  <a:pt x="12192000" y="6400800"/>
                </a:lnTo>
                <a:lnTo>
                  <a:pt x="0" y="6400800"/>
                </a:lnTo>
                <a:close/>
              </a:path>
            </a:pathLst>
          </a:custGeom>
          <a:solidFill>
            <a:schemeClr val="bg2"/>
          </a:solidFill>
        </p:spPr>
        <p:txBody>
          <a:bodyPr wrap="square">
            <a:noAutofit/>
          </a:bodyPr>
          <a:lstStyle>
            <a:lvl1pPr algn="r">
              <a:defRPr/>
            </a:lvl1pPr>
          </a:lstStyle>
          <a:p>
            <a:endParaRPr lang="en-US" dirty="0"/>
          </a:p>
        </p:txBody>
      </p:sp>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1072856" y="342901"/>
            <a:ext cx="4375696" cy="1219200"/>
          </a:xfrm>
        </p:spPr>
        <p:txBody>
          <a:bodyPr/>
          <a:lstStyle>
            <a:lvl1pPr>
              <a:defRPr>
                <a:solidFill>
                  <a:schemeClr val="tx1"/>
                </a:solidFill>
              </a:defRPr>
            </a:lvl1pPr>
          </a:lstStyle>
          <a:p>
            <a:r>
              <a:rPr lang="en-US" dirty="0"/>
              <a:t>Your Slide’s Title Goes Over Here</a:t>
            </a:r>
          </a:p>
        </p:txBody>
      </p:sp>
      <p:cxnSp>
        <p:nvCxnSpPr>
          <p:cNvPr id="193" name="Straight Connector 192">
            <a:extLst>
              <a:ext uri="{FF2B5EF4-FFF2-40B4-BE49-F238E27FC236}">
                <a16:creationId xmlns:a16="http://schemas.microsoft.com/office/drawing/2014/main" id="{6A850CEE-42D7-4707-A519-9FBC8C99AABA}"/>
              </a:ext>
            </a:extLst>
          </p:cNvPr>
          <p:cNvCxnSpPr>
            <a:cxnSpLocks/>
          </p:cNvCxnSpPr>
          <p:nvPr userDrawn="1"/>
        </p:nvCxnSpPr>
        <p:spPr>
          <a:xfrm flipH="1">
            <a:off x="1175658" y="1743608"/>
            <a:ext cx="415308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F96331D-5354-4A7C-9EC2-033B108280AA}"/>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a:extLst>
              <a:ext uri="{FF2B5EF4-FFF2-40B4-BE49-F238E27FC236}">
                <a16:creationId xmlns:a16="http://schemas.microsoft.com/office/drawing/2014/main" id="{B4F01D59-6C30-4226-B14E-B737AE57B6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933" t="23765" r="11354" b="68041"/>
          <a:stretch/>
        </p:blipFill>
        <p:spPr>
          <a:xfrm>
            <a:off x="0" y="6406676"/>
            <a:ext cx="12192000" cy="451323"/>
          </a:xfrm>
          <a:prstGeom prst="rect">
            <a:avLst/>
          </a:prstGeom>
        </p:spPr>
      </p:pic>
      <p:sp>
        <p:nvSpPr>
          <p:cNvPr id="23" name="Rectangle 22">
            <a:extLst>
              <a:ext uri="{FF2B5EF4-FFF2-40B4-BE49-F238E27FC236}">
                <a16:creationId xmlns:a16="http://schemas.microsoft.com/office/drawing/2014/main" id="{9B043E5E-0670-4523-A908-3938CB4AEFEA}"/>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ooter Placeholder 4">
            <a:extLst>
              <a:ext uri="{FF2B5EF4-FFF2-40B4-BE49-F238E27FC236}">
                <a16:creationId xmlns:a16="http://schemas.microsoft.com/office/drawing/2014/main" id="{8E8BC563-36D7-4A05-A3DB-31528E1D20B7}"/>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5" name="Slide Number Placeholder 5">
            <a:extLst>
              <a:ext uri="{FF2B5EF4-FFF2-40B4-BE49-F238E27FC236}">
                <a16:creationId xmlns:a16="http://schemas.microsoft.com/office/drawing/2014/main" id="{4D89ADE0-A4E7-4747-A6D6-E52BA0D15D49}"/>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6" name="Graphic 25">
            <a:extLst>
              <a:ext uri="{FF2B5EF4-FFF2-40B4-BE49-F238E27FC236}">
                <a16:creationId xmlns:a16="http://schemas.microsoft.com/office/drawing/2014/main" id="{2D408207-C679-496F-9D9C-25687350D28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39942" y="6532189"/>
            <a:ext cx="1196516" cy="200298"/>
          </a:xfrm>
          <a:prstGeom prst="rect">
            <a:avLst/>
          </a:prstGeom>
        </p:spPr>
      </p:pic>
      <p:sp>
        <p:nvSpPr>
          <p:cNvPr id="16" name="Text Placeholder 4">
            <a:extLst>
              <a:ext uri="{FF2B5EF4-FFF2-40B4-BE49-F238E27FC236}">
                <a16:creationId xmlns:a16="http://schemas.microsoft.com/office/drawing/2014/main" id="{DE2985AF-13E8-4EBD-BAC6-316E6716F915}"/>
              </a:ext>
            </a:extLst>
          </p:cNvPr>
          <p:cNvSpPr>
            <a:spLocks noGrp="1"/>
          </p:cNvSpPr>
          <p:nvPr>
            <p:ph type="body" sz="quarter" idx="10"/>
          </p:nvPr>
        </p:nvSpPr>
        <p:spPr>
          <a:xfrm>
            <a:off x="1068416" y="2495580"/>
            <a:ext cx="4384577" cy="31555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5E05D589-E10B-4F14-9157-4C269D04374E}"/>
              </a:ext>
            </a:extLst>
          </p:cNvPr>
          <p:cNvSpPr>
            <a:spLocks noGrp="1"/>
          </p:cNvSpPr>
          <p:nvPr>
            <p:ph type="body" sz="quarter" idx="16" hasCustomPrompt="1"/>
          </p:nvPr>
        </p:nvSpPr>
        <p:spPr>
          <a:xfrm>
            <a:off x="1068416" y="1924997"/>
            <a:ext cx="4384577" cy="374847"/>
          </a:xfrm>
        </p:spPr>
        <p:txBody>
          <a:bodyPr anchor="ctr">
            <a:normAutofit/>
          </a:bodyPr>
          <a:lstStyle>
            <a:lvl1pPr marL="0" indent="0">
              <a:buNone/>
              <a:defRPr sz="1800" b="1"/>
            </a:lvl1pPr>
          </a:lstStyle>
          <a:p>
            <a:pPr lvl="0"/>
            <a:r>
              <a:rPr lang="en-US" dirty="0"/>
              <a:t>Your Sub-Title Can Go Over Here</a:t>
            </a:r>
          </a:p>
        </p:txBody>
      </p:sp>
    </p:spTree>
    <p:extLst>
      <p:ext uri="{BB962C8B-B14F-4D97-AF65-F5344CB8AC3E}">
        <p14:creationId xmlns:p14="http://schemas.microsoft.com/office/powerpoint/2010/main" val="2421034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and Media">
    <p:spTree>
      <p:nvGrpSpPr>
        <p:cNvPr id="1" name=""/>
        <p:cNvGrpSpPr/>
        <p:nvPr/>
      </p:nvGrpSpPr>
      <p:grpSpPr>
        <a:xfrm>
          <a:off x="0" y="0"/>
          <a:ext cx="0" cy="0"/>
          <a:chOff x="0" y="0"/>
          <a:chExt cx="0" cy="0"/>
        </a:xfrm>
      </p:grpSpPr>
      <p:pic>
        <p:nvPicPr>
          <p:cNvPr id="11" name="Picture 10" descr="A picture containing outdoor, night sky&#10;&#10;Description automatically generated">
            <a:extLst>
              <a:ext uri="{FF2B5EF4-FFF2-40B4-BE49-F238E27FC236}">
                <a16:creationId xmlns:a16="http://schemas.microsoft.com/office/drawing/2014/main" id="{9E84C258-CB22-470E-BF65-3E139A7F97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2471" r="21098" b="232"/>
          <a:stretch/>
        </p:blipFill>
        <p:spPr>
          <a:xfrm rot="16200000">
            <a:off x="-155337" y="155336"/>
            <a:ext cx="6406676" cy="6096000"/>
          </a:xfrm>
          <a:prstGeom prst="rect">
            <a:avLst/>
          </a:prstGeom>
          <a:ln>
            <a:noFill/>
          </a:ln>
        </p:spPr>
      </p:pic>
      <p:pic>
        <p:nvPicPr>
          <p:cNvPr id="13" name="Graphic 12">
            <a:extLst>
              <a:ext uri="{FF2B5EF4-FFF2-40B4-BE49-F238E27FC236}">
                <a16:creationId xmlns:a16="http://schemas.microsoft.com/office/drawing/2014/main" id="{C43E1403-ED19-4843-83E3-6F94D1F942F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5230" t="32901" r="35095" b="21225"/>
          <a:stretch/>
        </p:blipFill>
        <p:spPr>
          <a:xfrm flipH="1">
            <a:off x="0" y="-1"/>
            <a:ext cx="4052982" cy="4950373"/>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0442" y="1240972"/>
            <a:ext cx="4882243" cy="1416958"/>
          </a:xfrm>
        </p:spPr>
        <p:txBody>
          <a:bodyPr/>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p:nvPr>
        </p:nvSpPr>
        <p:spPr>
          <a:xfrm>
            <a:off x="647699" y="2887396"/>
            <a:ext cx="4882243" cy="25699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679096" y="551543"/>
            <a:ext cx="4865204" cy="5392057"/>
          </a:xfrm>
          <a:solidFill>
            <a:schemeClr val="bg2"/>
          </a:solidFill>
        </p:spPr>
        <p:txBody>
          <a:bodyPr/>
          <a:lstStyle>
            <a:lvl1pPr>
              <a:defRPr/>
            </a:lvl1pPr>
          </a:lstStyle>
          <a:p>
            <a:pPr lvl="0"/>
            <a:r>
              <a:rPr lang="es-419" dirty="0" err="1"/>
              <a:t>Add</a:t>
            </a:r>
            <a:endParaRPr lang="en-US" dirty="0"/>
          </a:p>
        </p:txBody>
      </p:sp>
    </p:spTree>
    <p:extLst>
      <p:ext uri="{BB962C8B-B14F-4D97-AF65-F5344CB8AC3E}">
        <p14:creationId xmlns:p14="http://schemas.microsoft.com/office/powerpoint/2010/main" val="29075609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and Media - 2">
    <p:spTree>
      <p:nvGrpSpPr>
        <p:cNvPr id="1" name=""/>
        <p:cNvGrpSpPr/>
        <p:nvPr/>
      </p:nvGrpSpPr>
      <p:grpSpPr>
        <a:xfrm>
          <a:off x="0" y="0"/>
          <a:ext cx="0" cy="0"/>
          <a:chOff x="0" y="0"/>
          <a:chExt cx="0" cy="0"/>
        </a:xfrm>
      </p:grpSpPr>
      <p:pic>
        <p:nvPicPr>
          <p:cNvPr id="11" name="Picture 10" descr="A picture containing outdoor, night sky&#10;&#10;Description automatically generated">
            <a:extLst>
              <a:ext uri="{FF2B5EF4-FFF2-40B4-BE49-F238E27FC236}">
                <a16:creationId xmlns:a16="http://schemas.microsoft.com/office/drawing/2014/main" id="{9E84C258-CB22-470E-BF65-3E139A7F97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r="21098" b="237"/>
          <a:stretch/>
        </p:blipFill>
        <p:spPr>
          <a:xfrm rot="16200000">
            <a:off x="5940662" y="155336"/>
            <a:ext cx="6406676" cy="6096000"/>
          </a:xfrm>
          <a:prstGeom prst="rect">
            <a:avLst/>
          </a:prstGeom>
          <a:ln>
            <a:noFill/>
          </a:ln>
        </p:spPr>
      </p:pic>
      <p:pic>
        <p:nvPicPr>
          <p:cNvPr id="13" name="Graphic 12">
            <a:extLst>
              <a:ext uri="{FF2B5EF4-FFF2-40B4-BE49-F238E27FC236}">
                <a16:creationId xmlns:a16="http://schemas.microsoft.com/office/drawing/2014/main" id="{C43E1403-ED19-4843-83E3-6F94D1F942F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5230" t="32901" r="35095" b="21225"/>
          <a:stretch/>
        </p:blipFill>
        <p:spPr>
          <a:xfrm flipH="1">
            <a:off x="6103374" y="-1"/>
            <a:ext cx="4052982" cy="4950373"/>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736442" y="1240972"/>
            <a:ext cx="4882243" cy="1416958"/>
          </a:xfrm>
        </p:spPr>
        <p:txBody>
          <a:bodyPr/>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p:nvPr>
        </p:nvSpPr>
        <p:spPr>
          <a:xfrm>
            <a:off x="6743699" y="2887396"/>
            <a:ext cx="4882243" cy="25699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9">
            <a:extLst>
              <a:ext uri="{FF2B5EF4-FFF2-40B4-BE49-F238E27FC236}">
                <a16:creationId xmlns:a16="http://schemas.microsoft.com/office/drawing/2014/main" id="{37AE9F95-348A-46A4-8804-F5238271C18B}"/>
              </a:ext>
            </a:extLst>
          </p:cNvPr>
          <p:cNvSpPr>
            <a:spLocks noGrp="1"/>
          </p:cNvSpPr>
          <p:nvPr>
            <p:ph sz="quarter" idx="11" hasCustomPrompt="1"/>
          </p:nvPr>
        </p:nvSpPr>
        <p:spPr>
          <a:xfrm>
            <a:off x="647700" y="551543"/>
            <a:ext cx="4865204" cy="5392057"/>
          </a:xfrm>
          <a:solidFill>
            <a:schemeClr val="bg2"/>
          </a:solidFill>
        </p:spPr>
        <p:txBody>
          <a:bodyPr/>
          <a:lstStyle>
            <a:lvl1pPr>
              <a:defRPr/>
            </a:lvl1pPr>
          </a:lstStyle>
          <a:p>
            <a:pPr lvl="0"/>
            <a:r>
              <a:rPr lang="es-419" dirty="0" err="1"/>
              <a:t>Add</a:t>
            </a:r>
            <a:endParaRPr lang="en-US" dirty="0"/>
          </a:p>
        </p:txBody>
      </p:sp>
    </p:spTree>
    <p:extLst>
      <p:ext uri="{BB962C8B-B14F-4D97-AF65-F5344CB8AC3E}">
        <p14:creationId xmlns:p14="http://schemas.microsoft.com/office/powerpoint/2010/main" val="1097049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and Media -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7170FCB-C409-40AE-9083-1E13A59FBF4B}"/>
              </a:ext>
            </a:extLst>
          </p:cNvPr>
          <p:cNvSpPr/>
          <p:nvPr userDrawn="1"/>
        </p:nvSpPr>
        <p:spPr>
          <a:xfrm>
            <a:off x="0" y="3549689"/>
            <a:ext cx="12192000" cy="285679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hasCustomPrompt="1"/>
          </p:nvPr>
        </p:nvSpPr>
        <p:spPr>
          <a:xfrm>
            <a:off x="647700" y="5458002"/>
            <a:ext cx="10896599" cy="485598"/>
          </a:xfrm>
        </p:spPr>
        <p:txBody>
          <a:bodyPr anchor="ctr"/>
          <a:lstStyle>
            <a:lvl1pPr marL="0" indent="0" algn="ctr">
              <a:buNone/>
              <a:defRPr>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lvl="0"/>
            <a:r>
              <a:rPr lang="en-US" dirty="0"/>
              <a:t>Type your copy in this box</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47701" y="1828798"/>
            <a:ext cx="10896600" cy="3430421"/>
          </a:xfrm>
          <a:solidFill>
            <a:schemeClr val="bg2"/>
          </a:solidFill>
        </p:spPr>
        <p:txBody>
          <a:bodyPr/>
          <a:lstStyle>
            <a:lvl1pPr>
              <a:defRPr/>
            </a:lvl1pPr>
          </a:lstStyle>
          <a:p>
            <a:pPr lvl="0"/>
            <a:r>
              <a:rPr lang="es-419" dirty="0" err="1"/>
              <a:t>Add</a:t>
            </a:r>
            <a:endParaRPr lang="en-US" dirty="0"/>
          </a:p>
        </p:txBody>
      </p:sp>
      <p:sp>
        <p:nvSpPr>
          <p:cNvPr id="8" name="Title 1">
            <a:extLst>
              <a:ext uri="{FF2B5EF4-FFF2-40B4-BE49-F238E27FC236}">
                <a16:creationId xmlns:a16="http://schemas.microsoft.com/office/drawing/2014/main" id="{E827F9C3-833D-48B0-9886-4EDD6675BE05}"/>
              </a:ext>
            </a:extLst>
          </p:cNvPr>
          <p:cNvSpPr>
            <a:spLocks noGrp="1"/>
          </p:cNvSpPr>
          <p:nvPr>
            <p:ph type="title" hasCustomPrompt="1"/>
          </p:nvPr>
        </p:nvSpPr>
        <p:spPr>
          <a:xfrm>
            <a:off x="652462" y="346076"/>
            <a:ext cx="10887076" cy="568324"/>
          </a:xfrm>
        </p:spPr>
        <p:txBody>
          <a:bodyPr/>
          <a:lstStyle>
            <a:lvl1pPr algn="ctr">
              <a:defRPr/>
            </a:lvl1pPr>
          </a:lstStyle>
          <a:p>
            <a:r>
              <a:rPr lang="en-US" dirty="0"/>
              <a:t>Your Slide’s Title Goes Over Here</a:t>
            </a:r>
          </a:p>
        </p:txBody>
      </p:sp>
      <p:sp>
        <p:nvSpPr>
          <p:cNvPr id="9" name="Text Placeholder 4">
            <a:extLst>
              <a:ext uri="{FF2B5EF4-FFF2-40B4-BE49-F238E27FC236}">
                <a16:creationId xmlns:a16="http://schemas.microsoft.com/office/drawing/2014/main" id="{D037E592-62B7-42C6-A411-39B6B64FCA29}"/>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lgn="ctr">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7802209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and Media - 4">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616BFE6-CBF0-47DC-BCD2-44B6F6611F53}"/>
              </a:ext>
            </a:extLst>
          </p:cNvPr>
          <p:cNvSpPr/>
          <p:nvPr userDrawn="1"/>
        </p:nvSpPr>
        <p:spPr>
          <a:xfrm>
            <a:off x="9374966" y="2976060"/>
            <a:ext cx="2817034" cy="34304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7170FCB-C409-40AE-9083-1E13A59FBF4B}"/>
              </a:ext>
            </a:extLst>
          </p:cNvPr>
          <p:cNvSpPr/>
          <p:nvPr userDrawn="1"/>
        </p:nvSpPr>
        <p:spPr>
          <a:xfrm>
            <a:off x="0" y="2976060"/>
            <a:ext cx="2817034" cy="343042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hasCustomPrompt="1"/>
          </p:nvPr>
        </p:nvSpPr>
        <p:spPr>
          <a:xfrm>
            <a:off x="647700" y="1828800"/>
            <a:ext cx="5128355" cy="485598"/>
          </a:xfrm>
        </p:spPr>
        <p:txBody>
          <a:bodyPr anchor="ctr">
            <a:normAutofit/>
          </a:bodyPr>
          <a:lstStyle>
            <a:lvl1pPr marL="0" indent="0" algn="ctr">
              <a:buNone/>
              <a:defRPr sz="1600" b="1">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marL="0" marR="0" lvl="0" indent="0" algn="ctr"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A Sub-Title Here</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47701" y="2513179"/>
            <a:ext cx="5130483" cy="3430421"/>
          </a:xfrm>
          <a:solidFill>
            <a:schemeClr val="bg2"/>
          </a:solidFill>
        </p:spPr>
        <p:txBody>
          <a:bodyPr/>
          <a:lstStyle>
            <a:lvl1pPr>
              <a:defRPr/>
            </a:lvl1pPr>
          </a:lstStyle>
          <a:p>
            <a:pPr lvl="0"/>
            <a:r>
              <a:rPr lang="es-419" dirty="0" err="1"/>
              <a:t>Add</a:t>
            </a:r>
            <a:endParaRPr lang="en-US" dirty="0"/>
          </a:p>
        </p:txBody>
      </p:sp>
      <p:sp>
        <p:nvSpPr>
          <p:cNvPr id="8" name="Content Placeholder 9">
            <a:extLst>
              <a:ext uri="{FF2B5EF4-FFF2-40B4-BE49-F238E27FC236}">
                <a16:creationId xmlns:a16="http://schemas.microsoft.com/office/drawing/2014/main" id="{BFB12E77-174E-4451-910B-D894995A68FB}"/>
              </a:ext>
            </a:extLst>
          </p:cNvPr>
          <p:cNvSpPr>
            <a:spLocks noGrp="1"/>
          </p:cNvSpPr>
          <p:nvPr>
            <p:ph sz="quarter" idx="12" hasCustomPrompt="1"/>
          </p:nvPr>
        </p:nvSpPr>
        <p:spPr>
          <a:xfrm>
            <a:off x="6413817" y="2513179"/>
            <a:ext cx="5130483" cy="3430421"/>
          </a:xfrm>
          <a:solidFill>
            <a:schemeClr val="bg2"/>
          </a:solidFill>
        </p:spPr>
        <p:txBody>
          <a:bodyPr/>
          <a:lstStyle>
            <a:lvl1pPr>
              <a:defRPr/>
            </a:lvl1pPr>
          </a:lstStyle>
          <a:p>
            <a:pPr lvl="0"/>
            <a:r>
              <a:rPr lang="es-419" dirty="0" err="1"/>
              <a:t>Add</a:t>
            </a:r>
            <a:endParaRPr lang="en-US" dirty="0"/>
          </a:p>
        </p:txBody>
      </p:sp>
      <p:sp>
        <p:nvSpPr>
          <p:cNvPr id="12" name="Text Placeholder 3">
            <a:extLst>
              <a:ext uri="{FF2B5EF4-FFF2-40B4-BE49-F238E27FC236}">
                <a16:creationId xmlns:a16="http://schemas.microsoft.com/office/drawing/2014/main" id="{F3817582-F2F3-4888-B918-6449ED2A2426}"/>
              </a:ext>
            </a:extLst>
          </p:cNvPr>
          <p:cNvSpPr>
            <a:spLocks noGrp="1"/>
          </p:cNvSpPr>
          <p:nvPr>
            <p:ph type="body" sz="quarter" idx="13" hasCustomPrompt="1"/>
          </p:nvPr>
        </p:nvSpPr>
        <p:spPr>
          <a:xfrm>
            <a:off x="6415945" y="1828800"/>
            <a:ext cx="5128355" cy="485598"/>
          </a:xfrm>
        </p:spPr>
        <p:txBody>
          <a:bodyPr anchor="ctr">
            <a:normAutofit/>
          </a:bodyPr>
          <a:lstStyle>
            <a:lvl1pPr marL="0" indent="0" algn="ctr">
              <a:buNone/>
              <a:defRPr sz="1600" b="1">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marL="0" marR="0" lvl="0" indent="0" algn="ctr"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A Sub-Title Here</a:t>
            </a:r>
          </a:p>
        </p:txBody>
      </p:sp>
      <p:sp>
        <p:nvSpPr>
          <p:cNvPr id="15" name="Title 1">
            <a:extLst>
              <a:ext uri="{FF2B5EF4-FFF2-40B4-BE49-F238E27FC236}">
                <a16:creationId xmlns:a16="http://schemas.microsoft.com/office/drawing/2014/main" id="{13058BC6-A5DD-4A51-95A0-E83B94D83939}"/>
              </a:ext>
            </a:extLst>
          </p:cNvPr>
          <p:cNvSpPr>
            <a:spLocks noGrp="1"/>
          </p:cNvSpPr>
          <p:nvPr>
            <p:ph type="title" hasCustomPrompt="1"/>
          </p:nvPr>
        </p:nvSpPr>
        <p:spPr>
          <a:xfrm>
            <a:off x="652462" y="346076"/>
            <a:ext cx="10887076" cy="568324"/>
          </a:xfrm>
        </p:spPr>
        <p:txBody>
          <a:bodyPr/>
          <a:lstStyle>
            <a:lvl1pPr algn="ctr">
              <a:defRPr/>
            </a:lvl1pPr>
          </a:lstStyle>
          <a:p>
            <a:r>
              <a:rPr lang="en-US" dirty="0"/>
              <a:t>Your Slide’s Title Goes Over Here</a:t>
            </a:r>
          </a:p>
        </p:txBody>
      </p:sp>
      <p:sp>
        <p:nvSpPr>
          <p:cNvPr id="16" name="Text Placeholder 4">
            <a:extLst>
              <a:ext uri="{FF2B5EF4-FFF2-40B4-BE49-F238E27FC236}">
                <a16:creationId xmlns:a16="http://schemas.microsoft.com/office/drawing/2014/main" id="{61475132-00ED-4C79-84ED-CC21D0EC41C8}"/>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lgn="ctr">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431026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and Media -  5">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5083155" y="342900"/>
            <a:ext cx="6461145" cy="2661557"/>
          </a:xfrm>
          <a:solidFill>
            <a:schemeClr val="bg2"/>
          </a:solidFill>
        </p:spPr>
        <p:txBody>
          <a:bodyPr/>
          <a:lstStyle>
            <a:lvl1pPr>
              <a:defRPr/>
            </a:lvl1pPr>
          </a:lstStyle>
          <a:p>
            <a:pPr lvl="0"/>
            <a:r>
              <a:rPr lang="es-419" dirty="0" err="1"/>
              <a:t>Add</a:t>
            </a:r>
            <a:endParaRPr lang="en-US" dirty="0"/>
          </a:p>
        </p:txBody>
      </p:sp>
      <p:sp>
        <p:nvSpPr>
          <p:cNvPr id="2" name="Title 1">
            <a:extLst>
              <a:ext uri="{FF2B5EF4-FFF2-40B4-BE49-F238E27FC236}">
                <a16:creationId xmlns:a16="http://schemas.microsoft.com/office/drawing/2014/main" id="{AD8AFAA8-A656-4815-93F5-D80A95CE5E1D}"/>
              </a:ext>
            </a:extLst>
          </p:cNvPr>
          <p:cNvSpPr>
            <a:spLocks noGrp="1"/>
          </p:cNvSpPr>
          <p:nvPr>
            <p:ph type="title" hasCustomPrompt="1"/>
          </p:nvPr>
        </p:nvSpPr>
        <p:spPr>
          <a:xfrm>
            <a:off x="647700" y="365125"/>
            <a:ext cx="4094685" cy="1196975"/>
          </a:xfrm>
        </p:spPr>
        <p:txBody>
          <a:bodyPr/>
          <a:lstStyle/>
          <a:p>
            <a:r>
              <a:rPr lang="en-US" dirty="0"/>
              <a:t>Your Slide’s Title Goes Over Here</a:t>
            </a:r>
          </a:p>
        </p:txBody>
      </p:sp>
      <p:sp>
        <p:nvSpPr>
          <p:cNvPr id="9" name="Content Placeholder 9">
            <a:extLst>
              <a:ext uri="{FF2B5EF4-FFF2-40B4-BE49-F238E27FC236}">
                <a16:creationId xmlns:a16="http://schemas.microsoft.com/office/drawing/2014/main" id="{EC79136A-9508-494C-8F21-F33A9EEA0D39}"/>
              </a:ext>
            </a:extLst>
          </p:cNvPr>
          <p:cNvSpPr>
            <a:spLocks noGrp="1"/>
          </p:cNvSpPr>
          <p:nvPr>
            <p:ph sz="quarter" idx="12" hasCustomPrompt="1"/>
          </p:nvPr>
        </p:nvSpPr>
        <p:spPr>
          <a:xfrm>
            <a:off x="5083155" y="3282043"/>
            <a:ext cx="6461145" cy="2661557"/>
          </a:xfrm>
          <a:solidFill>
            <a:schemeClr val="bg2"/>
          </a:solidFill>
        </p:spPr>
        <p:txBody>
          <a:bodyPr/>
          <a:lstStyle>
            <a:lvl1pPr>
              <a:defRPr/>
            </a:lvl1pPr>
          </a:lstStyle>
          <a:p>
            <a:pPr lvl="0"/>
            <a:r>
              <a:rPr lang="es-419" dirty="0" err="1"/>
              <a:t>Add</a:t>
            </a:r>
            <a:endParaRPr lang="en-US" dirty="0"/>
          </a:p>
        </p:txBody>
      </p:sp>
      <p:sp>
        <p:nvSpPr>
          <p:cNvPr id="8" name="Text Placeholder 4">
            <a:extLst>
              <a:ext uri="{FF2B5EF4-FFF2-40B4-BE49-F238E27FC236}">
                <a16:creationId xmlns:a16="http://schemas.microsoft.com/office/drawing/2014/main" id="{C6FAD771-7725-4F85-BAE0-79432CC2964C}"/>
              </a:ext>
            </a:extLst>
          </p:cNvPr>
          <p:cNvSpPr>
            <a:spLocks noGrp="1"/>
          </p:cNvSpPr>
          <p:nvPr>
            <p:ph type="body" sz="quarter" idx="13"/>
          </p:nvPr>
        </p:nvSpPr>
        <p:spPr>
          <a:xfrm>
            <a:off x="647701" y="1828801"/>
            <a:ext cx="4083326"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96920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90537F4-1A0D-4368-83C8-C75C2524B2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7700" y="365125"/>
            <a:ext cx="5508881" cy="549275"/>
          </a:xfrm>
        </p:spPr>
        <p:txBody>
          <a:bodyPr/>
          <a:lstStyle>
            <a:lvl1pPr>
              <a:defRPr/>
            </a:lvl1pPr>
          </a:lstStyle>
          <a:p>
            <a:r>
              <a:rPr lang="en-US" dirty="0"/>
              <a:t>Name and Last Name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4">
            <a:extLst>
              <a:ext uri="{FF2B5EF4-FFF2-40B4-BE49-F238E27FC236}">
                <a16:creationId xmlns:a16="http://schemas.microsoft.com/office/drawing/2014/main" id="{A1DE8CFF-35AF-4F26-BE9E-9C01C2E5C5F9}"/>
              </a:ext>
            </a:extLst>
          </p:cNvPr>
          <p:cNvSpPr>
            <a:spLocks noGrp="1"/>
          </p:cNvSpPr>
          <p:nvPr>
            <p:ph type="body" sz="quarter" idx="19" hasCustomPrompt="1"/>
          </p:nvPr>
        </p:nvSpPr>
        <p:spPr>
          <a:xfrm>
            <a:off x="647700" y="914401"/>
            <a:ext cx="5508881"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Position Within The Company</a:t>
            </a:r>
          </a:p>
        </p:txBody>
      </p:sp>
      <p:sp>
        <p:nvSpPr>
          <p:cNvPr id="5" name="Rectangle 4">
            <a:extLst>
              <a:ext uri="{FF2B5EF4-FFF2-40B4-BE49-F238E27FC236}">
                <a16:creationId xmlns:a16="http://schemas.microsoft.com/office/drawing/2014/main" id="{9804A51C-FD7F-47E9-8E67-47F43C2B59DC}"/>
              </a:ext>
            </a:extLst>
          </p:cNvPr>
          <p:cNvSpPr/>
          <p:nvPr userDrawn="1"/>
        </p:nvSpPr>
        <p:spPr>
          <a:xfrm>
            <a:off x="0" y="4572000"/>
            <a:ext cx="12192000" cy="18344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a:extLst>
              <a:ext uri="{FF2B5EF4-FFF2-40B4-BE49-F238E27FC236}">
                <a16:creationId xmlns:a16="http://schemas.microsoft.com/office/drawing/2014/main" id="{D7BA2436-64DA-4838-9E56-473E2039980A}"/>
              </a:ext>
            </a:extLst>
          </p:cNvPr>
          <p:cNvSpPr>
            <a:spLocks noGrp="1"/>
          </p:cNvSpPr>
          <p:nvPr>
            <p:ph type="pic" sz="quarter" idx="10"/>
          </p:nvPr>
        </p:nvSpPr>
        <p:spPr>
          <a:xfrm>
            <a:off x="6946033" y="342900"/>
            <a:ext cx="4598268" cy="5600700"/>
          </a:xfrm>
          <a:solidFill>
            <a:schemeClr val="bg2"/>
          </a:solidFill>
        </p:spPr>
        <p:txBody>
          <a:bodyPr/>
          <a:lstStyle/>
          <a:p>
            <a:endParaRPr lang="en-US" dirty="0"/>
          </a:p>
        </p:txBody>
      </p:sp>
      <p:sp>
        <p:nvSpPr>
          <p:cNvPr id="12" name="Text Placeholder 4">
            <a:extLst>
              <a:ext uri="{FF2B5EF4-FFF2-40B4-BE49-F238E27FC236}">
                <a16:creationId xmlns:a16="http://schemas.microsoft.com/office/drawing/2014/main" id="{89940990-F99B-4063-AA81-269062B85275}"/>
              </a:ext>
            </a:extLst>
          </p:cNvPr>
          <p:cNvSpPr>
            <a:spLocks noGrp="1"/>
          </p:cNvSpPr>
          <p:nvPr>
            <p:ph type="body" sz="quarter" idx="13"/>
          </p:nvPr>
        </p:nvSpPr>
        <p:spPr>
          <a:xfrm>
            <a:off x="647700" y="1828800"/>
            <a:ext cx="5494915" cy="23967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30008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Layout">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90537F4-1A0D-4368-83C8-C75C2524B2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Picture Placeholder 3">
            <a:extLst>
              <a:ext uri="{FF2B5EF4-FFF2-40B4-BE49-F238E27FC236}">
                <a16:creationId xmlns:a16="http://schemas.microsoft.com/office/drawing/2014/main" id="{D7BA2436-64DA-4838-9E56-473E2039980A}"/>
              </a:ext>
            </a:extLst>
          </p:cNvPr>
          <p:cNvSpPr>
            <a:spLocks noGrp="1"/>
          </p:cNvSpPr>
          <p:nvPr>
            <p:ph type="pic" sz="quarter" idx="10"/>
          </p:nvPr>
        </p:nvSpPr>
        <p:spPr>
          <a:xfrm>
            <a:off x="647700" y="1828800"/>
            <a:ext cx="2101417" cy="2103049"/>
          </a:xfrm>
          <a:solidFill>
            <a:schemeClr val="bg2"/>
          </a:solidFill>
        </p:spPr>
        <p:txBody>
          <a:bodyPr/>
          <a:lstStyle/>
          <a:p>
            <a:endParaRPr lang="en-US" dirty="0"/>
          </a:p>
        </p:txBody>
      </p:sp>
      <p:sp>
        <p:nvSpPr>
          <p:cNvPr id="8" name="Text Placeholder 4">
            <a:extLst>
              <a:ext uri="{FF2B5EF4-FFF2-40B4-BE49-F238E27FC236}">
                <a16:creationId xmlns:a16="http://schemas.microsoft.com/office/drawing/2014/main" id="{391CCC28-9750-4E81-BD2F-AC5A067ABAA0}"/>
              </a:ext>
            </a:extLst>
          </p:cNvPr>
          <p:cNvSpPr>
            <a:spLocks noGrp="1"/>
          </p:cNvSpPr>
          <p:nvPr>
            <p:ph type="body" sz="quarter" idx="18"/>
          </p:nvPr>
        </p:nvSpPr>
        <p:spPr>
          <a:xfrm>
            <a:off x="647700"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4">
            <a:extLst>
              <a:ext uri="{FF2B5EF4-FFF2-40B4-BE49-F238E27FC236}">
                <a16:creationId xmlns:a16="http://schemas.microsoft.com/office/drawing/2014/main" id="{A1DE8CFF-35AF-4F26-BE9E-9C01C2E5C5F9}"/>
              </a:ext>
            </a:extLst>
          </p:cNvPr>
          <p:cNvSpPr>
            <a:spLocks noGrp="1"/>
          </p:cNvSpPr>
          <p:nvPr>
            <p:ph type="body" sz="quarter" idx="19" hasCustomPrompt="1"/>
          </p:nvPr>
        </p:nvSpPr>
        <p:spPr>
          <a:xfrm>
            <a:off x="647700"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2" name="Picture Placeholder 3">
            <a:extLst>
              <a:ext uri="{FF2B5EF4-FFF2-40B4-BE49-F238E27FC236}">
                <a16:creationId xmlns:a16="http://schemas.microsoft.com/office/drawing/2014/main" id="{23396870-290E-4DB5-921A-C8814822E657}"/>
              </a:ext>
            </a:extLst>
          </p:cNvPr>
          <p:cNvSpPr>
            <a:spLocks noGrp="1"/>
          </p:cNvSpPr>
          <p:nvPr>
            <p:ph type="pic" sz="quarter" idx="21"/>
          </p:nvPr>
        </p:nvSpPr>
        <p:spPr>
          <a:xfrm>
            <a:off x="3579428" y="1828800"/>
            <a:ext cx="2101417" cy="2103049"/>
          </a:xfrm>
          <a:solidFill>
            <a:schemeClr val="bg2"/>
          </a:solidFill>
        </p:spPr>
        <p:txBody>
          <a:bodyPr/>
          <a:lstStyle/>
          <a:p>
            <a:endParaRPr lang="en-US" dirty="0"/>
          </a:p>
        </p:txBody>
      </p:sp>
      <p:sp>
        <p:nvSpPr>
          <p:cNvPr id="13" name="Picture Placeholder 3">
            <a:extLst>
              <a:ext uri="{FF2B5EF4-FFF2-40B4-BE49-F238E27FC236}">
                <a16:creationId xmlns:a16="http://schemas.microsoft.com/office/drawing/2014/main" id="{35051877-CA28-4B2A-90EB-D46CC182D8E7}"/>
              </a:ext>
            </a:extLst>
          </p:cNvPr>
          <p:cNvSpPr>
            <a:spLocks noGrp="1"/>
          </p:cNvSpPr>
          <p:nvPr>
            <p:ph type="pic" sz="quarter" idx="22"/>
          </p:nvPr>
        </p:nvSpPr>
        <p:spPr>
          <a:xfrm>
            <a:off x="6511156" y="1828800"/>
            <a:ext cx="2101417" cy="2103049"/>
          </a:xfrm>
          <a:solidFill>
            <a:schemeClr val="bg2"/>
          </a:solidFill>
        </p:spPr>
        <p:txBody>
          <a:bodyPr/>
          <a:lstStyle/>
          <a:p>
            <a:endParaRPr lang="en-US" dirty="0"/>
          </a:p>
        </p:txBody>
      </p:sp>
      <p:sp>
        <p:nvSpPr>
          <p:cNvPr id="14" name="Picture Placeholder 3">
            <a:extLst>
              <a:ext uri="{FF2B5EF4-FFF2-40B4-BE49-F238E27FC236}">
                <a16:creationId xmlns:a16="http://schemas.microsoft.com/office/drawing/2014/main" id="{655BF87D-8B74-47DD-836E-432A13F072CF}"/>
              </a:ext>
            </a:extLst>
          </p:cNvPr>
          <p:cNvSpPr>
            <a:spLocks noGrp="1"/>
          </p:cNvSpPr>
          <p:nvPr>
            <p:ph type="pic" sz="quarter" idx="23"/>
          </p:nvPr>
        </p:nvSpPr>
        <p:spPr>
          <a:xfrm>
            <a:off x="9442883" y="1828800"/>
            <a:ext cx="2101417" cy="2103049"/>
          </a:xfrm>
          <a:solidFill>
            <a:schemeClr val="bg2"/>
          </a:solidFill>
        </p:spPr>
        <p:txBody>
          <a:bodyPr/>
          <a:lstStyle/>
          <a:p>
            <a:endParaRPr lang="en-US" dirty="0"/>
          </a:p>
        </p:txBody>
      </p:sp>
      <p:sp>
        <p:nvSpPr>
          <p:cNvPr id="15" name="Text Placeholder 4">
            <a:extLst>
              <a:ext uri="{FF2B5EF4-FFF2-40B4-BE49-F238E27FC236}">
                <a16:creationId xmlns:a16="http://schemas.microsoft.com/office/drawing/2014/main" id="{B89EB0BB-F7A4-4CFA-90FF-29A494B6EC46}"/>
              </a:ext>
            </a:extLst>
          </p:cNvPr>
          <p:cNvSpPr>
            <a:spLocks noGrp="1"/>
          </p:cNvSpPr>
          <p:nvPr>
            <p:ph type="body" sz="quarter" idx="24"/>
          </p:nvPr>
        </p:nvSpPr>
        <p:spPr>
          <a:xfrm>
            <a:off x="3572644"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a:extLst>
              <a:ext uri="{FF2B5EF4-FFF2-40B4-BE49-F238E27FC236}">
                <a16:creationId xmlns:a16="http://schemas.microsoft.com/office/drawing/2014/main" id="{A5A87C28-EC12-41F9-AB2F-019E6466B437}"/>
              </a:ext>
            </a:extLst>
          </p:cNvPr>
          <p:cNvSpPr>
            <a:spLocks noGrp="1"/>
          </p:cNvSpPr>
          <p:nvPr>
            <p:ph type="body" sz="quarter" idx="25" hasCustomPrompt="1"/>
          </p:nvPr>
        </p:nvSpPr>
        <p:spPr>
          <a:xfrm>
            <a:off x="3572644"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7" name="Text Placeholder 4">
            <a:extLst>
              <a:ext uri="{FF2B5EF4-FFF2-40B4-BE49-F238E27FC236}">
                <a16:creationId xmlns:a16="http://schemas.microsoft.com/office/drawing/2014/main" id="{D9CFC437-B25D-4DF9-8EB3-0E6205EA365C}"/>
              </a:ext>
            </a:extLst>
          </p:cNvPr>
          <p:cNvSpPr>
            <a:spLocks noGrp="1"/>
          </p:cNvSpPr>
          <p:nvPr>
            <p:ph type="body" sz="quarter" idx="26"/>
          </p:nvPr>
        </p:nvSpPr>
        <p:spPr>
          <a:xfrm>
            <a:off x="6497588"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4">
            <a:extLst>
              <a:ext uri="{FF2B5EF4-FFF2-40B4-BE49-F238E27FC236}">
                <a16:creationId xmlns:a16="http://schemas.microsoft.com/office/drawing/2014/main" id="{E4CDD697-8FFD-4229-A9BE-438F225587F3}"/>
              </a:ext>
            </a:extLst>
          </p:cNvPr>
          <p:cNvSpPr>
            <a:spLocks noGrp="1"/>
          </p:cNvSpPr>
          <p:nvPr>
            <p:ph type="body" sz="quarter" idx="27" hasCustomPrompt="1"/>
          </p:nvPr>
        </p:nvSpPr>
        <p:spPr>
          <a:xfrm>
            <a:off x="6497588"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9" name="Text Placeholder 4">
            <a:extLst>
              <a:ext uri="{FF2B5EF4-FFF2-40B4-BE49-F238E27FC236}">
                <a16:creationId xmlns:a16="http://schemas.microsoft.com/office/drawing/2014/main" id="{98560D77-F22C-4AC9-B231-F2FA13CD3CF5}"/>
              </a:ext>
            </a:extLst>
          </p:cNvPr>
          <p:cNvSpPr>
            <a:spLocks noGrp="1"/>
          </p:cNvSpPr>
          <p:nvPr>
            <p:ph type="body" sz="quarter" idx="28"/>
          </p:nvPr>
        </p:nvSpPr>
        <p:spPr>
          <a:xfrm>
            <a:off x="9431761"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4">
            <a:extLst>
              <a:ext uri="{FF2B5EF4-FFF2-40B4-BE49-F238E27FC236}">
                <a16:creationId xmlns:a16="http://schemas.microsoft.com/office/drawing/2014/main" id="{D284111F-1444-4027-91EB-C8248DDA8964}"/>
              </a:ext>
            </a:extLst>
          </p:cNvPr>
          <p:cNvSpPr>
            <a:spLocks noGrp="1"/>
          </p:cNvSpPr>
          <p:nvPr>
            <p:ph type="body" sz="quarter" idx="29" hasCustomPrompt="1"/>
          </p:nvPr>
        </p:nvSpPr>
        <p:spPr>
          <a:xfrm>
            <a:off x="9431761"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3" name="Rectangle 2">
            <a:extLst>
              <a:ext uri="{FF2B5EF4-FFF2-40B4-BE49-F238E27FC236}">
                <a16:creationId xmlns:a16="http://schemas.microsoft.com/office/drawing/2014/main" id="{16494B91-EBC8-4EB5-B120-5D627A6C6724}"/>
              </a:ext>
            </a:extLst>
          </p:cNvPr>
          <p:cNvSpPr/>
          <p:nvPr userDrawn="1"/>
        </p:nvSpPr>
        <p:spPr>
          <a:xfrm>
            <a:off x="2300199" y="1754965"/>
            <a:ext cx="590668" cy="5906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4625482E-DBEC-4A8E-8AB0-E24629BFF7E0}"/>
              </a:ext>
            </a:extLst>
          </p:cNvPr>
          <p:cNvSpPr/>
          <p:nvPr userDrawn="1"/>
        </p:nvSpPr>
        <p:spPr>
          <a:xfrm>
            <a:off x="5215677" y="1754965"/>
            <a:ext cx="590668" cy="5906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49E4828A-79F6-461F-8A06-D938894CBF13}"/>
              </a:ext>
            </a:extLst>
          </p:cNvPr>
          <p:cNvSpPr/>
          <p:nvPr userDrawn="1"/>
        </p:nvSpPr>
        <p:spPr>
          <a:xfrm>
            <a:off x="8131155" y="1754965"/>
            <a:ext cx="590668" cy="5906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3F7B09BE-02DC-40BF-881D-60342EB3DA70}"/>
              </a:ext>
            </a:extLst>
          </p:cNvPr>
          <p:cNvSpPr/>
          <p:nvPr userDrawn="1"/>
        </p:nvSpPr>
        <p:spPr>
          <a:xfrm>
            <a:off x="11046633" y="1754965"/>
            <a:ext cx="590668" cy="5906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itle 1">
            <a:extLst>
              <a:ext uri="{FF2B5EF4-FFF2-40B4-BE49-F238E27FC236}">
                <a16:creationId xmlns:a16="http://schemas.microsoft.com/office/drawing/2014/main" id="{34D72A89-9820-49BE-98E2-326B298E7293}"/>
              </a:ext>
            </a:extLst>
          </p:cNvPr>
          <p:cNvSpPr>
            <a:spLocks noGrp="1"/>
          </p:cNvSpPr>
          <p:nvPr>
            <p:ph type="title" hasCustomPrompt="1"/>
          </p:nvPr>
        </p:nvSpPr>
        <p:spPr>
          <a:xfrm>
            <a:off x="652463" y="346076"/>
            <a:ext cx="8796338" cy="568324"/>
          </a:xfrm>
        </p:spPr>
        <p:txBody>
          <a:bodyPr/>
          <a:lstStyle>
            <a:lvl1pPr>
              <a:defRPr/>
            </a:lvl1pPr>
          </a:lstStyle>
          <a:p>
            <a:r>
              <a:rPr lang="en-US" dirty="0"/>
              <a:t>Your Slide’s Title Goes Here</a:t>
            </a:r>
          </a:p>
        </p:txBody>
      </p:sp>
      <p:sp>
        <p:nvSpPr>
          <p:cNvPr id="26" name="Text Placeholder 4">
            <a:extLst>
              <a:ext uri="{FF2B5EF4-FFF2-40B4-BE49-F238E27FC236}">
                <a16:creationId xmlns:a16="http://schemas.microsoft.com/office/drawing/2014/main" id="{207ED980-8182-4A5E-9C74-6CD9C5136CED}"/>
              </a:ext>
            </a:extLst>
          </p:cNvPr>
          <p:cNvSpPr>
            <a:spLocks noGrp="1"/>
          </p:cNvSpPr>
          <p:nvPr>
            <p:ph type="body" sz="quarter" idx="20" hasCustomPrompt="1"/>
          </p:nvPr>
        </p:nvSpPr>
        <p:spPr>
          <a:xfrm>
            <a:off x="652463" y="914400"/>
            <a:ext cx="87963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6869339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 BG 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F5BF60-4B06-4124-95FD-9E09C63EADE2}"/>
              </a:ext>
            </a:extLst>
          </p:cNvPr>
          <p:cNvSpPr/>
          <p:nvPr userDrawn="1"/>
        </p:nvSpPr>
        <p:spPr>
          <a:xfrm>
            <a:off x="6821083" y="0"/>
            <a:ext cx="4723217"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10">
            <a:extLst>
              <a:ext uri="{FF2B5EF4-FFF2-40B4-BE49-F238E27FC236}">
                <a16:creationId xmlns:a16="http://schemas.microsoft.com/office/drawing/2014/main" id="{050F7605-B32E-4FE4-A129-2B47C6617F94}"/>
              </a:ext>
            </a:extLst>
          </p:cNvPr>
          <p:cNvSpPr>
            <a:spLocks noGrp="1"/>
          </p:cNvSpPr>
          <p:nvPr>
            <p:ph type="pic" sz="quarter" idx="10"/>
          </p:nvPr>
        </p:nvSpPr>
        <p:spPr>
          <a:xfrm>
            <a:off x="0" y="0"/>
            <a:ext cx="12192000" cy="6407150"/>
          </a:xfrm>
          <a:custGeom>
            <a:avLst/>
            <a:gdLst>
              <a:gd name="connsiteX0" fmla="*/ 0 w 12192000"/>
              <a:gd name="connsiteY0" fmla="*/ 0 h 6407150"/>
              <a:gd name="connsiteX1" fmla="*/ 6821083 w 12192000"/>
              <a:gd name="connsiteY1" fmla="*/ 0 h 6407150"/>
              <a:gd name="connsiteX2" fmla="*/ 6821083 w 12192000"/>
              <a:gd name="connsiteY2" fmla="*/ 5943600 h 6407150"/>
              <a:gd name="connsiteX3" fmla="*/ 11544300 w 12192000"/>
              <a:gd name="connsiteY3" fmla="*/ 5943600 h 6407150"/>
              <a:gd name="connsiteX4" fmla="*/ 11544300 w 12192000"/>
              <a:gd name="connsiteY4" fmla="*/ 0 h 6407150"/>
              <a:gd name="connsiteX5" fmla="*/ 12192000 w 12192000"/>
              <a:gd name="connsiteY5" fmla="*/ 0 h 6407150"/>
              <a:gd name="connsiteX6" fmla="*/ 12192000 w 12192000"/>
              <a:gd name="connsiteY6" fmla="*/ 6407150 h 6407150"/>
              <a:gd name="connsiteX7" fmla="*/ 0 w 12192000"/>
              <a:gd name="connsiteY7" fmla="*/ 6407150 h 640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07150">
                <a:moveTo>
                  <a:pt x="0" y="0"/>
                </a:moveTo>
                <a:lnTo>
                  <a:pt x="6821083" y="0"/>
                </a:lnTo>
                <a:lnTo>
                  <a:pt x="6821083" y="5943600"/>
                </a:lnTo>
                <a:lnTo>
                  <a:pt x="11544300" y="5943600"/>
                </a:lnTo>
                <a:lnTo>
                  <a:pt x="11544300" y="0"/>
                </a:lnTo>
                <a:lnTo>
                  <a:pt x="12192000" y="0"/>
                </a:lnTo>
                <a:lnTo>
                  <a:pt x="12192000" y="6407150"/>
                </a:lnTo>
                <a:lnTo>
                  <a:pt x="0" y="6407150"/>
                </a:lnTo>
                <a:close/>
              </a:path>
            </a:pathLst>
          </a:custGeom>
          <a:solidFill>
            <a:schemeClr val="bg2"/>
          </a:solidFill>
          <a:ln>
            <a:noFill/>
          </a:ln>
        </p:spPr>
        <p:txBody>
          <a:bodyPr wrap="square">
            <a:noAutofit/>
          </a:bodyPr>
          <a:lstStyle/>
          <a:p>
            <a:endParaRPr lang="en-US"/>
          </a:p>
        </p:txBody>
      </p:sp>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832442" y="0"/>
            <a:ext cx="4711858" cy="5943600"/>
          </a:xfrm>
          <a:noFill/>
        </p:spPr>
        <p:txBody>
          <a:bodyPr lIns="457200" tIns="274320" rIns="457200" bIns="274320"/>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8">
            <a:extLst>
              <a:ext uri="{FF2B5EF4-FFF2-40B4-BE49-F238E27FC236}">
                <a16:creationId xmlns:a16="http://schemas.microsoft.com/office/drawing/2014/main" id="{B8C5FA54-ED5F-4FA6-A375-FDD6633B20E2}"/>
              </a:ext>
            </a:extLst>
          </p:cNvPr>
          <p:cNvSpPr>
            <a:spLocks noGrp="1"/>
          </p:cNvSpPr>
          <p:nvPr>
            <p:ph type="body" sz="quarter" idx="11" hasCustomPrompt="1"/>
          </p:nvPr>
        </p:nvSpPr>
        <p:spPr>
          <a:xfrm>
            <a:off x="7343598" y="4992688"/>
            <a:ext cx="3918127" cy="352425"/>
          </a:xfrm>
        </p:spPr>
        <p:txBody>
          <a:bodyPr/>
          <a:lstStyle>
            <a:lvl1pPr marL="0" indent="0" algn="r">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Author</a:t>
            </a:r>
          </a:p>
        </p:txBody>
      </p:sp>
      <p:sp>
        <p:nvSpPr>
          <p:cNvPr id="13" name="Freeform: Shape 12">
            <a:extLst>
              <a:ext uri="{FF2B5EF4-FFF2-40B4-BE49-F238E27FC236}">
                <a16:creationId xmlns:a16="http://schemas.microsoft.com/office/drawing/2014/main" id="{5F220071-3DC0-44E8-9AF2-F11DEA86FB82}"/>
              </a:ext>
            </a:extLst>
          </p:cNvPr>
          <p:cNvSpPr/>
          <p:nvPr userDrawn="1"/>
        </p:nvSpPr>
        <p:spPr>
          <a:xfrm>
            <a:off x="7292516" y="342900"/>
            <a:ext cx="607674" cy="506662"/>
          </a:xfrm>
          <a:custGeom>
            <a:avLst/>
            <a:gdLst/>
            <a:ahLst/>
            <a:cxnLst/>
            <a:rect l="l" t="t" r="r" b="b"/>
            <a:pathLst>
              <a:path w="72275" h="60261">
                <a:moveTo>
                  <a:pt x="72275" y="0"/>
                </a:moveTo>
                <a:lnTo>
                  <a:pt x="72275" y="10841"/>
                </a:lnTo>
                <a:cubicBezTo>
                  <a:pt x="68368" y="11948"/>
                  <a:pt x="65585" y="14194"/>
                  <a:pt x="63924" y="17580"/>
                </a:cubicBezTo>
                <a:cubicBezTo>
                  <a:pt x="62264" y="20966"/>
                  <a:pt x="61434" y="24514"/>
                  <a:pt x="61434" y="28226"/>
                </a:cubicBezTo>
                <a:lnTo>
                  <a:pt x="61434" y="31351"/>
                </a:lnTo>
                <a:lnTo>
                  <a:pt x="72275" y="31351"/>
                </a:lnTo>
                <a:lnTo>
                  <a:pt x="72275" y="60261"/>
                </a:lnTo>
                <a:lnTo>
                  <a:pt x="43365" y="60261"/>
                </a:lnTo>
                <a:lnTo>
                  <a:pt x="43365" y="38383"/>
                </a:lnTo>
                <a:cubicBezTo>
                  <a:pt x="43365" y="29919"/>
                  <a:pt x="44277" y="23407"/>
                  <a:pt x="46100" y="18850"/>
                </a:cubicBezTo>
                <a:cubicBezTo>
                  <a:pt x="47923" y="14292"/>
                  <a:pt x="51130" y="10157"/>
                  <a:pt x="55720" y="6446"/>
                </a:cubicBezTo>
                <a:cubicBezTo>
                  <a:pt x="60310" y="2734"/>
                  <a:pt x="65829" y="586"/>
                  <a:pt x="72275" y="0"/>
                </a:cubicBezTo>
                <a:close/>
                <a:moveTo>
                  <a:pt x="28910" y="0"/>
                </a:moveTo>
                <a:lnTo>
                  <a:pt x="28910" y="10841"/>
                </a:lnTo>
                <a:cubicBezTo>
                  <a:pt x="25003" y="11948"/>
                  <a:pt x="22220" y="14194"/>
                  <a:pt x="20559" y="17580"/>
                </a:cubicBezTo>
                <a:cubicBezTo>
                  <a:pt x="18899" y="20966"/>
                  <a:pt x="18069" y="24514"/>
                  <a:pt x="18069" y="28226"/>
                </a:cubicBezTo>
                <a:lnTo>
                  <a:pt x="18069" y="31351"/>
                </a:lnTo>
                <a:lnTo>
                  <a:pt x="28910" y="31351"/>
                </a:lnTo>
                <a:lnTo>
                  <a:pt x="28910" y="60261"/>
                </a:lnTo>
                <a:lnTo>
                  <a:pt x="0" y="60261"/>
                </a:lnTo>
                <a:lnTo>
                  <a:pt x="0" y="38383"/>
                </a:lnTo>
                <a:cubicBezTo>
                  <a:pt x="0" y="29919"/>
                  <a:pt x="912" y="23407"/>
                  <a:pt x="2735" y="18850"/>
                </a:cubicBezTo>
                <a:cubicBezTo>
                  <a:pt x="4558" y="14292"/>
                  <a:pt x="7765" y="10157"/>
                  <a:pt x="12355" y="6446"/>
                </a:cubicBezTo>
                <a:cubicBezTo>
                  <a:pt x="16946" y="2734"/>
                  <a:pt x="22464" y="586"/>
                  <a:pt x="28910"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F36413"/>
              </a:solidFill>
              <a:effectLst/>
              <a:uLnTx/>
              <a:uFillTx/>
              <a:latin typeface="Lucida Sans" panose="020B0602030504020204" pitchFamily="34" charset="0"/>
              <a:ea typeface="+mn-ea"/>
              <a:cs typeface="Lucida Sans"/>
            </a:endParaRPr>
          </a:p>
        </p:txBody>
      </p:sp>
    </p:spTree>
    <p:extLst>
      <p:ext uri="{BB962C8B-B14F-4D97-AF65-F5344CB8AC3E}">
        <p14:creationId xmlns:p14="http://schemas.microsoft.com/office/powerpoint/2010/main" val="3734371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Side Im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A137E60-69CD-47D3-BD4E-53701E0DFC19}"/>
              </a:ext>
            </a:extLst>
          </p:cNvPr>
          <p:cNvSpPr/>
          <p:nvPr userDrawn="1"/>
        </p:nvSpPr>
        <p:spPr>
          <a:xfrm>
            <a:off x="4992282" y="755374"/>
            <a:ext cx="6552018" cy="483893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9" name="Picture Placeholder 18">
            <a:extLst>
              <a:ext uri="{FF2B5EF4-FFF2-40B4-BE49-F238E27FC236}">
                <a16:creationId xmlns:a16="http://schemas.microsoft.com/office/drawing/2014/main" id="{582ABD1D-60BF-49C2-9F68-028F76B630BB}"/>
              </a:ext>
            </a:extLst>
          </p:cNvPr>
          <p:cNvSpPr>
            <a:spLocks noGrp="1"/>
          </p:cNvSpPr>
          <p:nvPr>
            <p:ph type="pic" sz="quarter" idx="12"/>
          </p:nvPr>
        </p:nvSpPr>
        <p:spPr>
          <a:xfrm>
            <a:off x="647700" y="0"/>
            <a:ext cx="4816475" cy="5943600"/>
          </a:xfrm>
          <a:custGeom>
            <a:avLst/>
            <a:gdLst>
              <a:gd name="connsiteX0" fmla="*/ 0 w 4816475"/>
              <a:gd name="connsiteY0" fmla="*/ 0 h 5943600"/>
              <a:gd name="connsiteX1" fmla="*/ 4816475 w 4816475"/>
              <a:gd name="connsiteY1" fmla="*/ 0 h 5943600"/>
              <a:gd name="connsiteX2" fmla="*/ 4816475 w 4816475"/>
              <a:gd name="connsiteY2" fmla="*/ 755374 h 5943600"/>
              <a:gd name="connsiteX3" fmla="*/ 4344582 w 4816475"/>
              <a:gd name="connsiteY3" fmla="*/ 755374 h 5943600"/>
              <a:gd name="connsiteX4" fmla="*/ 4344582 w 4816475"/>
              <a:gd name="connsiteY4" fmla="*/ 921500 h 5943600"/>
              <a:gd name="connsiteX5" fmla="*/ 4344582 w 4816475"/>
              <a:gd name="connsiteY5" fmla="*/ 5582952 h 5943600"/>
              <a:gd name="connsiteX6" fmla="*/ 4344582 w 4816475"/>
              <a:gd name="connsiteY6" fmla="*/ 5594312 h 5943600"/>
              <a:gd name="connsiteX7" fmla="*/ 4816475 w 4816475"/>
              <a:gd name="connsiteY7" fmla="*/ 5594312 h 5943600"/>
              <a:gd name="connsiteX8" fmla="*/ 4816475 w 4816475"/>
              <a:gd name="connsiteY8" fmla="*/ 5943600 h 5943600"/>
              <a:gd name="connsiteX9" fmla="*/ 0 w 4816475"/>
              <a:gd name="connsiteY9" fmla="*/ 5943600 h 594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6475" h="5943600">
                <a:moveTo>
                  <a:pt x="0" y="0"/>
                </a:moveTo>
                <a:lnTo>
                  <a:pt x="4816475" y="0"/>
                </a:lnTo>
                <a:lnTo>
                  <a:pt x="4816475" y="755374"/>
                </a:lnTo>
                <a:lnTo>
                  <a:pt x="4344582" y="755374"/>
                </a:lnTo>
                <a:lnTo>
                  <a:pt x="4344582" y="921500"/>
                </a:lnTo>
                <a:lnTo>
                  <a:pt x="4344582" y="5582952"/>
                </a:lnTo>
                <a:lnTo>
                  <a:pt x="4344582" y="5594312"/>
                </a:lnTo>
                <a:lnTo>
                  <a:pt x="4816475" y="5594312"/>
                </a:lnTo>
                <a:lnTo>
                  <a:pt x="4816475" y="5943600"/>
                </a:lnTo>
                <a:lnTo>
                  <a:pt x="0" y="5943600"/>
                </a:lnTo>
                <a:close/>
              </a:path>
            </a:pathLst>
          </a:custGeom>
        </p:spPr>
        <p:txBody>
          <a:bodyPr wrap="square">
            <a:noAutofit/>
          </a:bodyPr>
          <a:lstStyle/>
          <a:p>
            <a:endParaRPr lang="en-US"/>
          </a:p>
        </p:txBody>
      </p:sp>
      <p:pic>
        <p:nvPicPr>
          <p:cNvPr id="14" name="Graphic 13">
            <a:extLst>
              <a:ext uri="{FF2B5EF4-FFF2-40B4-BE49-F238E27FC236}">
                <a16:creationId xmlns:a16="http://schemas.microsoft.com/office/drawing/2014/main" id="{E8D611D0-E861-4BB4-AF24-A404E1DD731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5475041" y="1562100"/>
            <a:ext cx="5548875" cy="3078054"/>
          </a:xfrm>
          <a:noFill/>
        </p:spPr>
        <p:txBody>
          <a:bodyPr lIns="0" tIns="274320" rIns="457200" bIns="274320"/>
          <a:lstStyle>
            <a:lvl1pPr>
              <a:defRPr>
                <a:solidFill>
                  <a:schemeClr val="tx1"/>
                </a:solidFill>
              </a:defRPr>
            </a:lvl1pPr>
          </a:lstStyle>
          <a:p>
            <a:r>
              <a:rPr lang="en-US" dirty="0"/>
              <a:t>Your Slide’s Title Goes Over Here</a:t>
            </a:r>
          </a:p>
        </p:txBody>
      </p:sp>
      <p:sp>
        <p:nvSpPr>
          <p:cNvPr id="9" name="Text Placeholder 8">
            <a:extLst>
              <a:ext uri="{FF2B5EF4-FFF2-40B4-BE49-F238E27FC236}">
                <a16:creationId xmlns:a16="http://schemas.microsoft.com/office/drawing/2014/main" id="{B8C5FA54-ED5F-4FA6-A375-FDD6633B20E2}"/>
              </a:ext>
            </a:extLst>
          </p:cNvPr>
          <p:cNvSpPr>
            <a:spLocks noGrp="1"/>
          </p:cNvSpPr>
          <p:nvPr>
            <p:ph type="body" sz="quarter" idx="11" hasCustomPrompt="1"/>
          </p:nvPr>
        </p:nvSpPr>
        <p:spPr>
          <a:xfrm>
            <a:off x="5475041" y="4767647"/>
            <a:ext cx="5554554" cy="352425"/>
          </a:xfrm>
        </p:spPr>
        <p:txBody>
          <a:bodyPr/>
          <a:lstStyle>
            <a:lvl1pPr marL="0" indent="0" algn="r">
              <a:buNone/>
              <a:defRPr b="1">
                <a:solidFill>
                  <a:schemeClr val="tx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Author</a:t>
            </a:r>
          </a:p>
        </p:txBody>
      </p:sp>
    </p:spTree>
    <p:extLst>
      <p:ext uri="{BB962C8B-B14F-4D97-AF65-F5344CB8AC3E}">
        <p14:creationId xmlns:p14="http://schemas.microsoft.com/office/powerpoint/2010/main" val="18724445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Slide 1">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6BF89D67-6428-4FF4-9D90-6F9F65A13F25}"/>
              </a:ext>
            </a:extLst>
          </p:cNvPr>
          <p:cNvSpPr>
            <a:spLocks noGrp="1"/>
          </p:cNvSpPr>
          <p:nvPr>
            <p:ph type="chart" sz="quarter" idx="20"/>
          </p:nvPr>
        </p:nvSpPr>
        <p:spPr>
          <a:xfrm>
            <a:off x="647700" y="1828801"/>
            <a:ext cx="10896600" cy="4114800"/>
          </a:xfrm>
          <a:solidFill>
            <a:schemeClr val="bg2"/>
          </a:solidFill>
        </p:spPr>
        <p:txBody>
          <a:bodyPr/>
          <a:lstStyle/>
          <a:p>
            <a:endParaRPr lang="en-US"/>
          </a:p>
        </p:txBody>
      </p:sp>
      <p:sp>
        <p:nvSpPr>
          <p:cNvPr id="8" name="Title 2">
            <a:extLst>
              <a:ext uri="{FF2B5EF4-FFF2-40B4-BE49-F238E27FC236}">
                <a16:creationId xmlns:a16="http://schemas.microsoft.com/office/drawing/2014/main" id="{A6837CCE-1CE3-4C5E-843A-431D37676DE8}"/>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9" name="Text Placeholder 4">
            <a:extLst>
              <a:ext uri="{FF2B5EF4-FFF2-40B4-BE49-F238E27FC236}">
                <a16:creationId xmlns:a16="http://schemas.microsoft.com/office/drawing/2014/main" id="{94D20DB8-58ED-49BD-B2BC-89E83CE2F834}"/>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4104974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Slide 2">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90843243-2B7D-432B-8740-145A410425B3}"/>
              </a:ext>
            </a:extLst>
          </p:cNvPr>
          <p:cNvSpPr>
            <a:spLocks noGrp="1"/>
          </p:cNvSpPr>
          <p:nvPr>
            <p:ph type="chart" sz="quarter" idx="20"/>
          </p:nvPr>
        </p:nvSpPr>
        <p:spPr>
          <a:xfrm>
            <a:off x="647700" y="2441575"/>
            <a:ext cx="5543550" cy="3502025"/>
          </a:xfrm>
          <a:solidFill>
            <a:schemeClr val="bg2"/>
          </a:solidFill>
        </p:spPr>
        <p:txBody>
          <a:bodyPr/>
          <a:lstStyle/>
          <a:p>
            <a:endParaRPr lang="en-US"/>
          </a:p>
        </p:txBody>
      </p:sp>
      <p:sp>
        <p:nvSpPr>
          <p:cNvPr id="9" name="Text Placeholder 8">
            <a:extLst>
              <a:ext uri="{FF2B5EF4-FFF2-40B4-BE49-F238E27FC236}">
                <a16:creationId xmlns:a16="http://schemas.microsoft.com/office/drawing/2014/main" id="{F86C0A54-5118-40F3-9AA5-78E29764233A}"/>
              </a:ext>
            </a:extLst>
          </p:cNvPr>
          <p:cNvSpPr>
            <a:spLocks noGrp="1"/>
          </p:cNvSpPr>
          <p:nvPr>
            <p:ph type="body" sz="quarter" idx="21"/>
          </p:nvPr>
        </p:nvSpPr>
        <p:spPr>
          <a:xfrm>
            <a:off x="6645275" y="2447925"/>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E9C7A840-ED42-4459-9444-1A3FED91A844}"/>
              </a:ext>
            </a:extLst>
          </p:cNvPr>
          <p:cNvSpPr>
            <a:spLocks noGrp="1"/>
          </p:cNvSpPr>
          <p:nvPr>
            <p:ph type="body" sz="quarter" idx="22"/>
          </p:nvPr>
        </p:nvSpPr>
        <p:spPr>
          <a:xfrm>
            <a:off x="6645275" y="3747294"/>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8">
            <a:extLst>
              <a:ext uri="{FF2B5EF4-FFF2-40B4-BE49-F238E27FC236}">
                <a16:creationId xmlns:a16="http://schemas.microsoft.com/office/drawing/2014/main" id="{996791C4-9BC4-4421-8C01-E73F18770DAC}"/>
              </a:ext>
            </a:extLst>
          </p:cNvPr>
          <p:cNvSpPr>
            <a:spLocks noGrp="1"/>
          </p:cNvSpPr>
          <p:nvPr>
            <p:ph type="body" sz="quarter" idx="23"/>
          </p:nvPr>
        </p:nvSpPr>
        <p:spPr>
          <a:xfrm>
            <a:off x="6645275" y="5046662"/>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2">
            <a:extLst>
              <a:ext uri="{FF2B5EF4-FFF2-40B4-BE49-F238E27FC236}">
                <a16:creationId xmlns:a16="http://schemas.microsoft.com/office/drawing/2014/main" id="{812D48C7-408B-43F6-878C-98EE4A798BBF}"/>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7" name="Text Placeholder 4">
            <a:extLst>
              <a:ext uri="{FF2B5EF4-FFF2-40B4-BE49-F238E27FC236}">
                <a16:creationId xmlns:a16="http://schemas.microsoft.com/office/drawing/2014/main" id="{3B041AA0-87B5-46D0-960F-B00320DC16B8}"/>
              </a:ext>
            </a:extLst>
          </p:cNvPr>
          <p:cNvSpPr>
            <a:spLocks noGrp="1"/>
          </p:cNvSpPr>
          <p:nvPr>
            <p:ph type="body" sz="quarter" idx="16" hasCustomPrompt="1"/>
          </p:nvPr>
        </p:nvSpPr>
        <p:spPr>
          <a:xfrm>
            <a:off x="652462" y="914400"/>
            <a:ext cx="1088707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16903152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Slide 3">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D1CB9D9C-3A43-4651-8691-1A94BF9C400A}"/>
              </a:ext>
            </a:extLst>
          </p:cNvPr>
          <p:cNvSpPr>
            <a:spLocks noGrp="1"/>
          </p:cNvSpPr>
          <p:nvPr>
            <p:ph type="chart" sz="quarter" idx="20"/>
          </p:nvPr>
        </p:nvSpPr>
        <p:spPr>
          <a:xfrm>
            <a:off x="647700" y="1828800"/>
            <a:ext cx="3418824" cy="2510340"/>
          </a:xfrm>
          <a:solidFill>
            <a:schemeClr val="bg2"/>
          </a:solidFill>
        </p:spPr>
        <p:txBody>
          <a:bodyPr/>
          <a:lstStyle/>
          <a:p>
            <a:endParaRPr lang="en-US" dirty="0"/>
          </a:p>
        </p:txBody>
      </p:sp>
      <p:sp>
        <p:nvSpPr>
          <p:cNvPr id="8" name="Chart Placeholder 3">
            <a:extLst>
              <a:ext uri="{FF2B5EF4-FFF2-40B4-BE49-F238E27FC236}">
                <a16:creationId xmlns:a16="http://schemas.microsoft.com/office/drawing/2014/main" id="{167A5698-CF49-4BA5-9434-47CB94834359}"/>
              </a:ext>
            </a:extLst>
          </p:cNvPr>
          <p:cNvSpPr>
            <a:spLocks noGrp="1"/>
          </p:cNvSpPr>
          <p:nvPr>
            <p:ph type="chart" sz="quarter" idx="21"/>
          </p:nvPr>
        </p:nvSpPr>
        <p:spPr>
          <a:xfrm>
            <a:off x="4386588" y="1828800"/>
            <a:ext cx="3418824" cy="2510340"/>
          </a:xfrm>
          <a:solidFill>
            <a:schemeClr val="bg2"/>
          </a:solidFill>
        </p:spPr>
        <p:txBody>
          <a:bodyPr/>
          <a:lstStyle/>
          <a:p>
            <a:endParaRPr lang="en-US" dirty="0"/>
          </a:p>
        </p:txBody>
      </p:sp>
      <p:sp>
        <p:nvSpPr>
          <p:cNvPr id="9" name="Chart Placeholder 3">
            <a:extLst>
              <a:ext uri="{FF2B5EF4-FFF2-40B4-BE49-F238E27FC236}">
                <a16:creationId xmlns:a16="http://schemas.microsoft.com/office/drawing/2014/main" id="{72FD1F3D-62B4-49DA-8C93-718BE2D55D96}"/>
              </a:ext>
            </a:extLst>
          </p:cNvPr>
          <p:cNvSpPr>
            <a:spLocks noGrp="1"/>
          </p:cNvSpPr>
          <p:nvPr>
            <p:ph type="chart" sz="quarter" idx="22"/>
          </p:nvPr>
        </p:nvSpPr>
        <p:spPr>
          <a:xfrm>
            <a:off x="8125476" y="1828800"/>
            <a:ext cx="3418824" cy="2510340"/>
          </a:xfrm>
          <a:solidFill>
            <a:schemeClr val="bg2"/>
          </a:solidFill>
        </p:spPr>
        <p:txBody>
          <a:bodyPr/>
          <a:lstStyle/>
          <a:p>
            <a:endParaRPr lang="en-US" dirty="0"/>
          </a:p>
        </p:txBody>
      </p:sp>
      <p:sp>
        <p:nvSpPr>
          <p:cNvPr id="10" name="Text Placeholder 4">
            <a:extLst>
              <a:ext uri="{FF2B5EF4-FFF2-40B4-BE49-F238E27FC236}">
                <a16:creationId xmlns:a16="http://schemas.microsoft.com/office/drawing/2014/main" id="{1DD87D91-7EE6-4276-ACD9-A278048D8043}"/>
              </a:ext>
            </a:extLst>
          </p:cNvPr>
          <p:cNvSpPr>
            <a:spLocks noGrp="1"/>
          </p:cNvSpPr>
          <p:nvPr>
            <p:ph type="body" sz="quarter" idx="18"/>
          </p:nvPr>
        </p:nvSpPr>
        <p:spPr>
          <a:xfrm>
            <a:off x="647701"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4">
            <a:extLst>
              <a:ext uri="{FF2B5EF4-FFF2-40B4-BE49-F238E27FC236}">
                <a16:creationId xmlns:a16="http://schemas.microsoft.com/office/drawing/2014/main" id="{04DB3039-4342-4B76-A74B-D34F4860F6D4}"/>
              </a:ext>
            </a:extLst>
          </p:cNvPr>
          <p:cNvSpPr>
            <a:spLocks noGrp="1"/>
          </p:cNvSpPr>
          <p:nvPr>
            <p:ph type="body" sz="quarter" idx="19" hasCustomPrompt="1"/>
          </p:nvPr>
        </p:nvSpPr>
        <p:spPr>
          <a:xfrm>
            <a:off x="647701"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2" name="Text Placeholder 4">
            <a:extLst>
              <a:ext uri="{FF2B5EF4-FFF2-40B4-BE49-F238E27FC236}">
                <a16:creationId xmlns:a16="http://schemas.microsoft.com/office/drawing/2014/main" id="{D931B3E7-20CD-4BAD-AF8B-418EB63662A8}"/>
              </a:ext>
            </a:extLst>
          </p:cNvPr>
          <p:cNvSpPr>
            <a:spLocks noGrp="1"/>
          </p:cNvSpPr>
          <p:nvPr>
            <p:ph type="body" sz="quarter" idx="23"/>
          </p:nvPr>
        </p:nvSpPr>
        <p:spPr>
          <a:xfrm>
            <a:off x="43848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4">
            <a:extLst>
              <a:ext uri="{FF2B5EF4-FFF2-40B4-BE49-F238E27FC236}">
                <a16:creationId xmlns:a16="http://schemas.microsoft.com/office/drawing/2014/main" id="{E69E3A2E-50A2-42CE-999F-021E2FA2AB68}"/>
              </a:ext>
            </a:extLst>
          </p:cNvPr>
          <p:cNvSpPr>
            <a:spLocks noGrp="1"/>
          </p:cNvSpPr>
          <p:nvPr>
            <p:ph type="body" sz="quarter" idx="24" hasCustomPrompt="1"/>
          </p:nvPr>
        </p:nvSpPr>
        <p:spPr>
          <a:xfrm>
            <a:off x="43848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4" name="Text Placeholder 4">
            <a:extLst>
              <a:ext uri="{FF2B5EF4-FFF2-40B4-BE49-F238E27FC236}">
                <a16:creationId xmlns:a16="http://schemas.microsoft.com/office/drawing/2014/main" id="{55E0511F-8110-4C48-95BE-B683759B08CE}"/>
              </a:ext>
            </a:extLst>
          </p:cNvPr>
          <p:cNvSpPr>
            <a:spLocks noGrp="1"/>
          </p:cNvSpPr>
          <p:nvPr>
            <p:ph type="body" sz="quarter" idx="25"/>
          </p:nvPr>
        </p:nvSpPr>
        <p:spPr>
          <a:xfrm>
            <a:off x="81425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D978FE31-720A-49A0-BAFE-2A60542A2D9A}"/>
              </a:ext>
            </a:extLst>
          </p:cNvPr>
          <p:cNvSpPr>
            <a:spLocks noGrp="1"/>
          </p:cNvSpPr>
          <p:nvPr>
            <p:ph type="body" sz="quarter" idx="26" hasCustomPrompt="1"/>
          </p:nvPr>
        </p:nvSpPr>
        <p:spPr>
          <a:xfrm>
            <a:off x="81425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6" name="Title 2">
            <a:extLst>
              <a:ext uri="{FF2B5EF4-FFF2-40B4-BE49-F238E27FC236}">
                <a16:creationId xmlns:a16="http://schemas.microsoft.com/office/drawing/2014/main" id="{F4BF3CC2-B20D-40EE-82C9-9A85CB3795A3}"/>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7" name="Text Placeholder 4">
            <a:extLst>
              <a:ext uri="{FF2B5EF4-FFF2-40B4-BE49-F238E27FC236}">
                <a16:creationId xmlns:a16="http://schemas.microsoft.com/office/drawing/2014/main" id="{72213205-13B9-4301-83B2-0B1825E26B98}"/>
              </a:ext>
            </a:extLst>
          </p:cNvPr>
          <p:cNvSpPr>
            <a:spLocks noGrp="1"/>
          </p:cNvSpPr>
          <p:nvPr>
            <p:ph type="body" sz="quarter" idx="16" hasCustomPrompt="1"/>
          </p:nvPr>
        </p:nvSpPr>
        <p:spPr>
          <a:xfrm>
            <a:off x="652462" y="914400"/>
            <a:ext cx="1088707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808653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Slide 4">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90843243-2B7D-432B-8740-145A410425B3}"/>
              </a:ext>
            </a:extLst>
          </p:cNvPr>
          <p:cNvSpPr>
            <a:spLocks noGrp="1"/>
          </p:cNvSpPr>
          <p:nvPr>
            <p:ph type="chart" sz="quarter" idx="20"/>
          </p:nvPr>
        </p:nvSpPr>
        <p:spPr>
          <a:xfrm>
            <a:off x="4321274" y="2441575"/>
            <a:ext cx="3549453" cy="3502025"/>
          </a:xfrm>
          <a:solidFill>
            <a:schemeClr val="bg2"/>
          </a:solidFill>
        </p:spPr>
        <p:txBody>
          <a:bodyPr/>
          <a:lstStyle/>
          <a:p>
            <a:endParaRPr lang="en-US"/>
          </a:p>
        </p:txBody>
      </p:sp>
      <p:sp>
        <p:nvSpPr>
          <p:cNvPr id="12" name="Title 2">
            <a:extLst>
              <a:ext uri="{FF2B5EF4-FFF2-40B4-BE49-F238E27FC236}">
                <a16:creationId xmlns:a16="http://schemas.microsoft.com/office/drawing/2014/main" id="{4FD2989E-7AD6-47AF-9DF6-588353403E8A}"/>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3" name="Text Placeholder 4">
            <a:extLst>
              <a:ext uri="{FF2B5EF4-FFF2-40B4-BE49-F238E27FC236}">
                <a16:creationId xmlns:a16="http://schemas.microsoft.com/office/drawing/2014/main" id="{F63F7D8B-C644-4297-AF68-52415175B6FE}"/>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9119398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able Placeholder 3">
            <a:extLst>
              <a:ext uri="{FF2B5EF4-FFF2-40B4-BE49-F238E27FC236}">
                <a16:creationId xmlns:a16="http://schemas.microsoft.com/office/drawing/2014/main" id="{22C59D99-1058-4C68-A2EC-C86B0CAE88CA}"/>
              </a:ext>
            </a:extLst>
          </p:cNvPr>
          <p:cNvSpPr>
            <a:spLocks noGrp="1"/>
          </p:cNvSpPr>
          <p:nvPr>
            <p:ph type="tbl" sz="quarter" idx="20"/>
          </p:nvPr>
        </p:nvSpPr>
        <p:spPr>
          <a:xfrm>
            <a:off x="647700" y="1828800"/>
            <a:ext cx="10896600" cy="4114800"/>
          </a:xfrm>
        </p:spPr>
        <p:txBody>
          <a:bodyPr/>
          <a:lstStyle/>
          <a:p>
            <a:endParaRPr lang="en-US"/>
          </a:p>
        </p:txBody>
      </p:sp>
      <p:sp>
        <p:nvSpPr>
          <p:cNvPr id="8" name="Title 2">
            <a:extLst>
              <a:ext uri="{FF2B5EF4-FFF2-40B4-BE49-F238E27FC236}">
                <a16:creationId xmlns:a16="http://schemas.microsoft.com/office/drawing/2014/main" id="{709FD611-BA69-4C67-9CCA-524222D76BAC}"/>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9" name="Text Placeholder 4">
            <a:extLst>
              <a:ext uri="{FF2B5EF4-FFF2-40B4-BE49-F238E27FC236}">
                <a16:creationId xmlns:a16="http://schemas.microsoft.com/office/drawing/2014/main" id="{39D9FDED-D231-4289-8A82-A1A0529B15A3}"/>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207692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D4F51361-B27C-4A3E-B28D-8674A2BF6699}"/>
              </a:ext>
            </a:extLst>
          </p:cNvPr>
          <p:cNvSpPr>
            <a:spLocks noGrp="1"/>
          </p:cNvSpPr>
          <p:nvPr>
            <p:ph type="body" sz="quarter" idx="20"/>
          </p:nvPr>
        </p:nvSpPr>
        <p:spPr>
          <a:xfrm>
            <a:off x="647699" y="1828801"/>
            <a:ext cx="5274117"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able Placeholder 8">
            <a:extLst>
              <a:ext uri="{FF2B5EF4-FFF2-40B4-BE49-F238E27FC236}">
                <a16:creationId xmlns:a16="http://schemas.microsoft.com/office/drawing/2014/main" id="{2EBD8E35-FCB2-428C-ADCA-EB13B94725C0}"/>
              </a:ext>
            </a:extLst>
          </p:cNvPr>
          <p:cNvSpPr>
            <a:spLocks noGrp="1"/>
          </p:cNvSpPr>
          <p:nvPr>
            <p:ph type="tbl" sz="quarter" idx="21"/>
          </p:nvPr>
        </p:nvSpPr>
        <p:spPr>
          <a:xfrm>
            <a:off x="6113038" y="342900"/>
            <a:ext cx="5431261" cy="5600700"/>
          </a:xfrm>
        </p:spPr>
        <p:txBody>
          <a:bodyPr/>
          <a:lstStyle/>
          <a:p>
            <a:endParaRPr lang="en-US" dirty="0"/>
          </a:p>
        </p:txBody>
      </p:sp>
      <p:sp>
        <p:nvSpPr>
          <p:cNvPr id="8" name="Title 1">
            <a:extLst>
              <a:ext uri="{FF2B5EF4-FFF2-40B4-BE49-F238E27FC236}">
                <a16:creationId xmlns:a16="http://schemas.microsoft.com/office/drawing/2014/main" id="{07B1EB60-932B-42C8-80EB-BB6B7FA7A2B6}"/>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10" name="Text Placeholder 4">
            <a:extLst>
              <a:ext uri="{FF2B5EF4-FFF2-40B4-BE49-F238E27FC236}">
                <a16:creationId xmlns:a16="http://schemas.microsoft.com/office/drawing/2014/main" id="{E54A8DBA-F36D-48ED-9CA5-ACC5B9BA84D2}"/>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6565338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ptop Slide">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13">
            <a:extLst>
              <a:ext uri="{FF2B5EF4-FFF2-40B4-BE49-F238E27FC236}">
                <a16:creationId xmlns:a16="http://schemas.microsoft.com/office/drawing/2014/main" id="{54E0CE34-E7E7-420C-8004-031C084CC111}"/>
              </a:ext>
            </a:extLst>
          </p:cNvPr>
          <p:cNvSpPr>
            <a:spLocks noGrp="1"/>
          </p:cNvSpPr>
          <p:nvPr>
            <p:ph type="pic" sz="quarter" idx="13"/>
          </p:nvPr>
        </p:nvSpPr>
        <p:spPr>
          <a:xfrm>
            <a:off x="6611916" y="2504660"/>
            <a:ext cx="4568896" cy="2799995"/>
          </a:xfrm>
          <a:custGeom>
            <a:avLst/>
            <a:gdLst>
              <a:gd name="connsiteX0" fmla="*/ 0 w 4743133"/>
              <a:gd name="connsiteY0" fmla="*/ 0 h 4598348"/>
              <a:gd name="connsiteX1" fmla="*/ 4743133 w 4743133"/>
              <a:gd name="connsiteY1" fmla="*/ 0 h 4598348"/>
              <a:gd name="connsiteX2" fmla="*/ 4743133 w 4743133"/>
              <a:gd name="connsiteY2" fmla="*/ 4598348 h 4598348"/>
              <a:gd name="connsiteX3" fmla="*/ 0 w 4743133"/>
              <a:gd name="connsiteY3" fmla="*/ 4598348 h 4598348"/>
            </a:gdLst>
            <a:ahLst/>
            <a:cxnLst>
              <a:cxn ang="0">
                <a:pos x="connsiteX0" y="connsiteY0"/>
              </a:cxn>
              <a:cxn ang="0">
                <a:pos x="connsiteX1" y="connsiteY1"/>
              </a:cxn>
              <a:cxn ang="0">
                <a:pos x="connsiteX2" y="connsiteY2"/>
              </a:cxn>
              <a:cxn ang="0">
                <a:pos x="connsiteX3" y="connsiteY3"/>
              </a:cxn>
            </a:cxnLst>
            <a:rect l="l" t="t" r="r" b="b"/>
            <a:pathLst>
              <a:path w="4743133" h="4598348">
                <a:moveTo>
                  <a:pt x="0" y="0"/>
                </a:moveTo>
                <a:lnTo>
                  <a:pt x="4743133" y="0"/>
                </a:lnTo>
                <a:lnTo>
                  <a:pt x="4743133" y="4598348"/>
                </a:lnTo>
                <a:lnTo>
                  <a:pt x="0" y="4598348"/>
                </a:lnTo>
                <a:close/>
              </a:path>
            </a:pathLst>
          </a:custGeom>
          <a:solidFill>
            <a:schemeClr val="bg2"/>
          </a:solidFill>
        </p:spPr>
        <p:txBody>
          <a:bodyPr wrap="square">
            <a:noAutofit/>
          </a:bodyPr>
          <a:lstStyle/>
          <a:p>
            <a:endParaRPr lang="en-US"/>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269353"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5FAA5A1C-A4D8-4174-823F-07FCCE0243EB}"/>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9DB3DADC-FC16-4D8C-A48F-BDA566E11A4B}"/>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9481756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obile Slide">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25" name="Picture Placeholder 24">
            <a:extLst>
              <a:ext uri="{FF2B5EF4-FFF2-40B4-BE49-F238E27FC236}">
                <a16:creationId xmlns:a16="http://schemas.microsoft.com/office/drawing/2014/main" id="{E3D2DA1C-3B5A-4E2C-9DCE-B744ADE40EE8}"/>
              </a:ext>
            </a:extLst>
          </p:cNvPr>
          <p:cNvSpPr>
            <a:spLocks noGrp="1"/>
          </p:cNvSpPr>
          <p:nvPr>
            <p:ph type="pic" sz="quarter" idx="13"/>
          </p:nvPr>
        </p:nvSpPr>
        <p:spPr>
          <a:xfrm>
            <a:off x="8519160" y="746760"/>
            <a:ext cx="2300382" cy="4884420"/>
          </a:xfrm>
          <a:custGeom>
            <a:avLst/>
            <a:gdLst>
              <a:gd name="connsiteX0" fmla="*/ 383405 w 2300382"/>
              <a:gd name="connsiteY0" fmla="*/ 0 h 4884420"/>
              <a:gd name="connsiteX1" fmla="*/ 1916977 w 2300382"/>
              <a:gd name="connsiteY1" fmla="*/ 0 h 4884420"/>
              <a:gd name="connsiteX2" fmla="*/ 2300382 w 2300382"/>
              <a:gd name="connsiteY2" fmla="*/ 383405 h 4884420"/>
              <a:gd name="connsiteX3" fmla="*/ 2300382 w 2300382"/>
              <a:gd name="connsiteY3" fmla="*/ 4501015 h 4884420"/>
              <a:gd name="connsiteX4" fmla="*/ 1916977 w 2300382"/>
              <a:gd name="connsiteY4" fmla="*/ 4884420 h 4884420"/>
              <a:gd name="connsiteX5" fmla="*/ 383405 w 2300382"/>
              <a:gd name="connsiteY5" fmla="*/ 4884420 h 4884420"/>
              <a:gd name="connsiteX6" fmla="*/ 0 w 2300382"/>
              <a:gd name="connsiteY6" fmla="*/ 4501015 h 4884420"/>
              <a:gd name="connsiteX7" fmla="*/ 0 w 2300382"/>
              <a:gd name="connsiteY7" fmla="*/ 383405 h 4884420"/>
              <a:gd name="connsiteX8" fmla="*/ 383405 w 2300382"/>
              <a:gd name="connsiteY8" fmla="*/ 0 h 488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0382" h="4884420">
                <a:moveTo>
                  <a:pt x="383405" y="0"/>
                </a:moveTo>
                <a:lnTo>
                  <a:pt x="1916977" y="0"/>
                </a:lnTo>
                <a:cubicBezTo>
                  <a:pt x="2128726" y="0"/>
                  <a:pt x="2300382" y="171656"/>
                  <a:pt x="2300382" y="383405"/>
                </a:cubicBezTo>
                <a:lnTo>
                  <a:pt x="2300382" y="4501015"/>
                </a:lnTo>
                <a:cubicBezTo>
                  <a:pt x="2300382" y="4712764"/>
                  <a:pt x="2128726" y="4884420"/>
                  <a:pt x="1916977" y="4884420"/>
                </a:cubicBezTo>
                <a:lnTo>
                  <a:pt x="383405" y="4884420"/>
                </a:lnTo>
                <a:cubicBezTo>
                  <a:pt x="171656" y="4884420"/>
                  <a:pt x="0" y="4712764"/>
                  <a:pt x="0" y="4501015"/>
                </a:cubicBezTo>
                <a:lnTo>
                  <a:pt x="0" y="383405"/>
                </a:lnTo>
                <a:cubicBezTo>
                  <a:pt x="0" y="171656"/>
                  <a:pt x="171656" y="0"/>
                  <a:pt x="383405" y="0"/>
                </a:cubicBezTo>
                <a:close/>
              </a:path>
            </a:pathLst>
          </a:custGeom>
          <a:solidFill>
            <a:schemeClr val="bg2"/>
          </a:solidFill>
        </p:spPr>
        <p:txBody>
          <a:bodyPr wrap="square" anchor="ctr">
            <a:noAutofit/>
          </a:bodyPr>
          <a:lstStyle>
            <a:lvl1pPr algn="ctr">
              <a:defRPr/>
            </a:lvl1pPr>
          </a:lstStyle>
          <a:p>
            <a:endParaRPr lang="en-US"/>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269353"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CD1A5FE5-E605-42DB-9941-8DB20995203F}"/>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6B41EB45-2E5B-497C-9F05-D88790F7644A}"/>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8078905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itle 2">
            <a:extLst>
              <a:ext uri="{FF2B5EF4-FFF2-40B4-BE49-F238E27FC236}">
                <a16:creationId xmlns:a16="http://schemas.microsoft.com/office/drawing/2014/main" id="{8841D4FC-A8F8-4FA8-8551-193387B6FD5F}"/>
              </a:ext>
            </a:extLst>
          </p:cNvPr>
          <p:cNvSpPr>
            <a:spLocks noGrp="1"/>
          </p:cNvSpPr>
          <p:nvPr>
            <p:ph type="title" hasCustomPrompt="1"/>
          </p:nvPr>
        </p:nvSpPr>
        <p:spPr>
          <a:xfrm>
            <a:off x="652463" y="346075"/>
            <a:ext cx="4725988" cy="568325"/>
          </a:xfrm>
        </p:spPr>
        <p:txBody>
          <a:bodyPr/>
          <a:lstStyle/>
          <a:p>
            <a:r>
              <a:rPr lang="en-US" dirty="0"/>
              <a:t>Your Slide’s Title Goes Over Here</a:t>
            </a:r>
          </a:p>
        </p:txBody>
      </p:sp>
      <p:sp>
        <p:nvSpPr>
          <p:cNvPr id="8" name="Text Placeholder 4">
            <a:extLst>
              <a:ext uri="{FF2B5EF4-FFF2-40B4-BE49-F238E27FC236}">
                <a16:creationId xmlns:a16="http://schemas.microsoft.com/office/drawing/2014/main" id="{74456497-3611-4399-97C0-82170F436F80}"/>
              </a:ext>
            </a:extLst>
          </p:cNvPr>
          <p:cNvSpPr>
            <a:spLocks noGrp="1"/>
          </p:cNvSpPr>
          <p:nvPr>
            <p:ph type="body" sz="quarter" idx="16" hasCustomPrompt="1"/>
          </p:nvPr>
        </p:nvSpPr>
        <p:spPr>
          <a:xfrm>
            <a:off x="652462" y="914400"/>
            <a:ext cx="472598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42052787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itle 2">
            <a:extLst>
              <a:ext uri="{FF2B5EF4-FFF2-40B4-BE49-F238E27FC236}">
                <a16:creationId xmlns:a16="http://schemas.microsoft.com/office/drawing/2014/main" id="{8841D4FC-A8F8-4FA8-8551-193387B6FD5F}"/>
              </a:ext>
            </a:extLst>
          </p:cNvPr>
          <p:cNvSpPr>
            <a:spLocks noGrp="1"/>
          </p:cNvSpPr>
          <p:nvPr>
            <p:ph type="title" hasCustomPrompt="1"/>
          </p:nvPr>
        </p:nvSpPr>
        <p:spPr>
          <a:xfrm>
            <a:off x="647700" y="1143472"/>
            <a:ext cx="4020852" cy="1642086"/>
          </a:xfrm>
        </p:spPr>
        <p:txBody>
          <a:bodyPr/>
          <a:lstStyle/>
          <a:p>
            <a:r>
              <a:rPr lang="en-US" dirty="0"/>
              <a:t>Your Slide’s Title Goes Over Here</a:t>
            </a:r>
          </a:p>
        </p:txBody>
      </p:sp>
      <p:sp>
        <p:nvSpPr>
          <p:cNvPr id="9" name="Rectangle 8">
            <a:extLst>
              <a:ext uri="{FF2B5EF4-FFF2-40B4-BE49-F238E27FC236}">
                <a16:creationId xmlns:a16="http://schemas.microsoft.com/office/drawing/2014/main" id="{8AABFF73-4807-4FAD-8211-9F4CF4628CC3}"/>
              </a:ext>
            </a:extLst>
          </p:cNvPr>
          <p:cNvSpPr/>
          <p:nvPr userDrawn="1"/>
        </p:nvSpPr>
        <p:spPr>
          <a:xfrm>
            <a:off x="6096000" y="0"/>
            <a:ext cx="6096000" cy="64121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43F2C92C-4BF7-4364-BFE4-D3A3463B7E8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793954" y="4077929"/>
            <a:ext cx="6889954" cy="2328551"/>
          </a:xfrm>
          <a:prstGeom prst="rect">
            <a:avLst/>
          </a:prstGeom>
        </p:spPr>
      </p:pic>
      <p:pic>
        <p:nvPicPr>
          <p:cNvPr id="11" name="Graphic 10">
            <a:extLst>
              <a:ext uri="{FF2B5EF4-FFF2-40B4-BE49-F238E27FC236}">
                <a16:creationId xmlns:a16="http://schemas.microsoft.com/office/drawing/2014/main" id="{1481371F-2397-455B-A7B7-3FCB2CF30FD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4104" t="21612" r="41653" b="27240"/>
          <a:stretch/>
        </p:blipFill>
        <p:spPr>
          <a:xfrm>
            <a:off x="8901841" y="0"/>
            <a:ext cx="3290159" cy="5191265"/>
          </a:xfrm>
          <a:prstGeom prst="rect">
            <a:avLst/>
          </a:prstGeom>
        </p:spPr>
      </p:pic>
      <p:sp>
        <p:nvSpPr>
          <p:cNvPr id="14" name="Text Placeholder 4">
            <a:extLst>
              <a:ext uri="{FF2B5EF4-FFF2-40B4-BE49-F238E27FC236}">
                <a16:creationId xmlns:a16="http://schemas.microsoft.com/office/drawing/2014/main" id="{C398A03C-F303-49E8-A8CC-129FA8BA02C2}"/>
              </a:ext>
            </a:extLst>
          </p:cNvPr>
          <p:cNvSpPr>
            <a:spLocks noGrp="1"/>
          </p:cNvSpPr>
          <p:nvPr>
            <p:ph type="body" sz="quarter" idx="10"/>
          </p:nvPr>
        </p:nvSpPr>
        <p:spPr>
          <a:xfrm>
            <a:off x="647701" y="2867025"/>
            <a:ext cx="4020852" cy="19145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59116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w/ Graphic">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8" name="Graphic 7">
            <a:extLst>
              <a:ext uri="{FF2B5EF4-FFF2-40B4-BE49-F238E27FC236}">
                <a16:creationId xmlns:a16="http://schemas.microsoft.com/office/drawing/2014/main" id="{3EDA69EA-C13A-4190-8214-7C5F77F3E36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5302047" y="4077929"/>
            <a:ext cx="6889954" cy="2328551"/>
          </a:xfrm>
          <a:prstGeom prst="rect">
            <a:avLst/>
          </a:prstGeom>
        </p:spPr>
      </p:pic>
      <p:sp>
        <p:nvSpPr>
          <p:cNvPr id="9" name="Title 2">
            <a:extLst>
              <a:ext uri="{FF2B5EF4-FFF2-40B4-BE49-F238E27FC236}">
                <a16:creationId xmlns:a16="http://schemas.microsoft.com/office/drawing/2014/main" id="{2419D6B3-80B7-4F6E-B9C9-81A7A4E324CE}"/>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0" name="Text Placeholder 4">
            <a:extLst>
              <a:ext uri="{FF2B5EF4-FFF2-40B4-BE49-F238E27FC236}">
                <a16:creationId xmlns:a16="http://schemas.microsoft.com/office/drawing/2014/main" id="{32EFC698-DF2C-4FAE-B0BA-72B15E3F6242}"/>
              </a:ext>
            </a:extLst>
          </p:cNvPr>
          <p:cNvSpPr>
            <a:spLocks noGrp="1"/>
          </p:cNvSpPr>
          <p:nvPr>
            <p:ph type="body" sz="quarter" idx="16" hasCustomPrompt="1"/>
          </p:nvPr>
        </p:nvSpPr>
        <p:spPr>
          <a:xfrm>
            <a:off x="652462" y="914400"/>
            <a:ext cx="10887076" cy="647700"/>
          </a:xfrm>
        </p:spPr>
        <p:txBody>
          <a:bodyPr anchor="t">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26248717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Ide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7700" y="365125"/>
            <a:ext cx="4969329" cy="5578475"/>
          </a:xfrm>
        </p:spPr>
        <p:txBody>
          <a:body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Picture Placeholder 3">
            <a:extLst>
              <a:ext uri="{FF2B5EF4-FFF2-40B4-BE49-F238E27FC236}">
                <a16:creationId xmlns:a16="http://schemas.microsoft.com/office/drawing/2014/main" id="{60B18C2E-AB19-4647-82ED-A7AB5059DE46}"/>
              </a:ext>
            </a:extLst>
          </p:cNvPr>
          <p:cNvSpPr>
            <a:spLocks noGrp="1"/>
          </p:cNvSpPr>
          <p:nvPr>
            <p:ph type="pic" sz="quarter" idx="10"/>
          </p:nvPr>
        </p:nvSpPr>
        <p:spPr>
          <a:xfrm>
            <a:off x="6111875" y="0"/>
            <a:ext cx="6080125" cy="6407150"/>
          </a:xfrm>
          <a:solidFill>
            <a:schemeClr val="bg2"/>
          </a:solidFill>
        </p:spPr>
        <p:txBody>
          <a:bodyPr/>
          <a:lstStyle/>
          <a:p>
            <a:endParaRPr lang="en-US"/>
          </a:p>
        </p:txBody>
      </p:sp>
    </p:spTree>
    <p:extLst>
      <p:ext uri="{BB962C8B-B14F-4D97-AF65-F5344CB8AC3E}">
        <p14:creationId xmlns:p14="http://schemas.microsoft.com/office/powerpoint/2010/main" val="863756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with Brand Bar - Right">
    <p:spTree>
      <p:nvGrpSpPr>
        <p:cNvPr id="1" name=""/>
        <p:cNvGrpSpPr/>
        <p:nvPr/>
      </p:nvGrpSpPr>
      <p:grpSpPr>
        <a:xfrm>
          <a:off x="0" y="0"/>
          <a:ext cx="0" cy="0"/>
          <a:chOff x="0" y="0"/>
          <a:chExt cx="0" cy="0"/>
        </a:xfrm>
      </p:grpSpPr>
      <p:pic>
        <p:nvPicPr>
          <p:cNvPr id="12" name="Picture 11" descr="A picture containing outdoor, night sky&#10;&#10;Description automatically generated">
            <a:extLst>
              <a:ext uri="{FF2B5EF4-FFF2-40B4-BE49-F238E27FC236}">
                <a16:creationId xmlns:a16="http://schemas.microsoft.com/office/drawing/2014/main" id="{BAEEF684-0D10-4BBF-87BD-ECEF705EDD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20454" r="21098" b="986"/>
          <a:stretch/>
        </p:blipFill>
        <p:spPr>
          <a:xfrm rot="16200000">
            <a:off x="7030858" y="1245532"/>
            <a:ext cx="6406676" cy="3915608"/>
          </a:xfrm>
          <a:prstGeom prst="rect">
            <a:avLst/>
          </a:prstGeom>
          <a:ln>
            <a:noFill/>
          </a:ln>
        </p:spPr>
      </p:pic>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11" name="Graphic 10">
            <a:extLst>
              <a:ext uri="{FF2B5EF4-FFF2-40B4-BE49-F238E27FC236}">
                <a16:creationId xmlns:a16="http://schemas.microsoft.com/office/drawing/2014/main" id="{D3FC4CEE-7E9F-4DC5-A17F-42C2E1E638C0}"/>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37581" t="25341" r="30141" b="35938"/>
          <a:stretch/>
        </p:blipFill>
        <p:spPr>
          <a:xfrm>
            <a:off x="8276392" y="0"/>
            <a:ext cx="3915608" cy="4961744"/>
          </a:xfrm>
          <a:prstGeom prst="rect">
            <a:avLst/>
          </a:prstGeom>
        </p:spPr>
      </p:pic>
      <p:sp>
        <p:nvSpPr>
          <p:cNvPr id="14" name="Title 1">
            <a:extLst>
              <a:ext uri="{FF2B5EF4-FFF2-40B4-BE49-F238E27FC236}">
                <a16:creationId xmlns:a16="http://schemas.microsoft.com/office/drawing/2014/main" id="{BA32843F-401A-4A55-AEE1-4D4557B63DCE}"/>
              </a:ext>
            </a:extLst>
          </p:cNvPr>
          <p:cNvSpPr>
            <a:spLocks noGrp="1"/>
          </p:cNvSpPr>
          <p:nvPr>
            <p:ph type="title" hasCustomPrompt="1"/>
          </p:nvPr>
        </p:nvSpPr>
        <p:spPr>
          <a:xfrm>
            <a:off x="652463" y="346076"/>
            <a:ext cx="6582301" cy="568324"/>
          </a:xfrm>
        </p:spPr>
        <p:txBody>
          <a:bodyPr/>
          <a:lstStyle>
            <a:lvl1pPr>
              <a:defRPr/>
            </a:lvl1pPr>
          </a:lstStyle>
          <a:p>
            <a:r>
              <a:rPr lang="en-US" dirty="0"/>
              <a:t>Your Slide’s Title Goes Here</a:t>
            </a:r>
          </a:p>
        </p:txBody>
      </p:sp>
      <p:sp>
        <p:nvSpPr>
          <p:cNvPr id="15" name="Text Placeholder 4">
            <a:extLst>
              <a:ext uri="{FF2B5EF4-FFF2-40B4-BE49-F238E27FC236}">
                <a16:creationId xmlns:a16="http://schemas.microsoft.com/office/drawing/2014/main" id="{F4FAA6B1-7B25-4D4E-8508-98EEEA1578B5}"/>
              </a:ext>
            </a:extLst>
          </p:cNvPr>
          <p:cNvSpPr>
            <a:spLocks noGrp="1"/>
          </p:cNvSpPr>
          <p:nvPr>
            <p:ph type="body" sz="quarter" idx="22" hasCustomPrompt="1"/>
          </p:nvPr>
        </p:nvSpPr>
        <p:spPr>
          <a:xfrm>
            <a:off x="652463" y="914400"/>
            <a:ext cx="6582301" cy="647700"/>
          </a:xfrm>
        </p:spPr>
        <p:txBody>
          <a:bodyPr vert="horz" lIns="91440" tIns="45720" rIns="91440" bIns="45720" rtlCol="0" anchor="t">
            <a:normAutofit/>
          </a:bodyPr>
          <a:lstStyle>
            <a:lvl1pPr>
              <a:defRPr lang="en-US" sz="1800" b="1" dirty="0"/>
            </a:lvl1pPr>
          </a:lstStyle>
          <a:p>
            <a:pPr marL="0" lvl="0" indent="0">
              <a:buNone/>
            </a:pPr>
            <a:r>
              <a:rPr lang="en-US" dirty="0"/>
              <a:t>Your Slide’s Sub-Title Goes Over Here.</a:t>
            </a:r>
          </a:p>
        </p:txBody>
      </p:sp>
    </p:spTree>
    <p:extLst>
      <p:ext uri="{BB962C8B-B14F-4D97-AF65-F5344CB8AC3E}">
        <p14:creationId xmlns:p14="http://schemas.microsoft.com/office/powerpoint/2010/main" val="30462894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87FBEE5-9152-46D1-9C42-2825E033256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D8B151F8-D60A-4C05-9A88-440822FBEE57}"/>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Tree>
    <p:extLst>
      <p:ext uri="{BB962C8B-B14F-4D97-AF65-F5344CB8AC3E}">
        <p14:creationId xmlns:p14="http://schemas.microsoft.com/office/powerpoint/2010/main" val="4289991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Layout w/ Graphic">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87FBEE5-9152-46D1-9C42-2825E033256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D8B151F8-D60A-4C05-9A88-440822FBEE57}"/>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4" name="Graphic 3">
            <a:extLst>
              <a:ext uri="{FF2B5EF4-FFF2-40B4-BE49-F238E27FC236}">
                <a16:creationId xmlns:a16="http://schemas.microsoft.com/office/drawing/2014/main" id="{8FA778D3-8282-48BD-9514-F6D86AF66A2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5302047" y="4077929"/>
            <a:ext cx="6889954" cy="2328551"/>
          </a:xfrm>
          <a:prstGeom prst="rect">
            <a:avLst/>
          </a:prstGeom>
        </p:spPr>
      </p:pic>
    </p:spTree>
    <p:extLst>
      <p:ext uri="{BB962C8B-B14F-4D97-AF65-F5344CB8AC3E}">
        <p14:creationId xmlns:p14="http://schemas.microsoft.com/office/powerpoint/2010/main" val="39247292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588262"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862800"/>
          </a:xfrm>
          <a:prstGeom prst="rect">
            <a:avLst/>
          </a:prstGeom>
        </p:spPr>
        <p:txBody>
          <a:bodyPr wrap="square">
            <a:spAutoFit/>
          </a:bodyPr>
          <a:lstStyle>
            <a:lvl1pPr marL="228600" indent="-228600">
              <a:spcBef>
                <a:spcPts val="600"/>
              </a:spcBef>
              <a:spcAft>
                <a:spcPts val="600"/>
              </a:spcAft>
              <a:buFont typeface="Arial" panose="020B0604020202020204" pitchFamily="34" charset="0"/>
              <a:buChar char="•"/>
              <a:defRPr>
                <a:solidFill>
                  <a:schemeClr val="tx1"/>
                </a:solidFill>
              </a:defRPr>
            </a:lvl1pPr>
            <a:lvl2pPr marL="457200" indent="-171450">
              <a:spcBef>
                <a:spcPts val="400"/>
              </a:spcBef>
              <a:spcAft>
                <a:spcPts val="400"/>
              </a:spcAft>
              <a:buFont typeface="Arial" panose="020B0604020202020204" pitchFamily="34" charset="0"/>
              <a:buChar char="•"/>
              <a:defRPr lang="en-US" sz="1400" kern="1200" spc="0" baseline="0" dirty="0">
                <a:solidFill>
                  <a:schemeClr val="tx1"/>
                </a:solidFill>
                <a:latin typeface="+mn-lt"/>
                <a:ea typeface="+mn-ea"/>
                <a:cs typeface="+mn-cs"/>
              </a:defRPr>
            </a:lvl2pPr>
            <a:lvl3pPr marL="685800" indent="-171450">
              <a:spcBef>
                <a:spcPts val="300"/>
              </a:spcBef>
              <a:spcAft>
                <a:spcPts val="40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dirty="0"/>
              <a:t>Click to edit Master text styles</a:t>
            </a:r>
          </a:p>
          <a:p>
            <a:pPr marL="457200" marR="0" lvl="1" indent="-171450" algn="l" defTabSz="932742" rtl="0" eaLnBrk="1" fontAlgn="auto" latinLnBrk="0" hangingPunct="1">
              <a:lnSpc>
                <a:spcPct val="100000"/>
              </a:lnSpc>
              <a:spcBef>
                <a:spcPts val="400"/>
              </a:spcBef>
              <a:spcAft>
                <a:spcPts val="400"/>
              </a:spcAft>
              <a:buClrTx/>
              <a:buSzPct val="100000"/>
              <a:buFont typeface="Arial" panose="020B0604020202020204" pitchFamily="34" charset="0"/>
              <a:buChar char="–"/>
              <a:tabLst/>
            </a:pPr>
            <a:r>
              <a:rPr lang="en-US" dirty="0"/>
              <a:t>Second level</a:t>
            </a:r>
          </a:p>
          <a:p>
            <a:pPr lvl="2"/>
            <a:r>
              <a:rPr lang="en-US" dirty="0"/>
              <a:t>Third level</a:t>
            </a:r>
          </a:p>
        </p:txBody>
      </p:sp>
    </p:spTree>
    <p:extLst>
      <p:ext uri="{BB962C8B-B14F-4D97-AF65-F5344CB8AC3E}">
        <p14:creationId xmlns:p14="http://schemas.microsoft.com/office/powerpoint/2010/main" val="35117908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3.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4.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3360BE-F143-4B9B-9C14-12D30A27E9DF}"/>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57927B03-D929-423F-ADFA-CC8D85B9C1F0}"/>
              </a:ext>
            </a:extLst>
          </p:cNvPr>
          <p:cNvSpPr>
            <a:spLocks noGrp="1"/>
          </p:cNvSpPr>
          <p:nvPr>
            <p:ph type="title"/>
          </p:nvPr>
        </p:nvSpPr>
        <p:spPr>
          <a:xfrm>
            <a:off x="647700" y="365125"/>
            <a:ext cx="10896600" cy="11969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11C08D3-84D8-4E73-BA05-49AE65A2099A}"/>
              </a:ext>
            </a:extLst>
          </p:cNvPr>
          <p:cNvSpPr>
            <a:spLocks noGrp="1"/>
          </p:cNvSpPr>
          <p:nvPr>
            <p:ph type="body" idx="1"/>
          </p:nvPr>
        </p:nvSpPr>
        <p:spPr>
          <a:xfrm>
            <a:off x="647700" y="1825625"/>
            <a:ext cx="10896600" cy="41208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CF2843B1-F550-4D6A-B76C-E3202EC00427}"/>
              </a:ext>
            </a:extLst>
          </p:cNvPr>
          <p:cNvPicPr>
            <a:picLocks noChangeAspect="1"/>
          </p:cNvPicPr>
          <p:nvPr userDrawn="1"/>
        </p:nvPicPr>
        <p:blipFill rotWithShape="1">
          <a:blip r:embed="rId40">
            <a:extLst>
              <a:ext uri="{96DAC541-7B7A-43D3-8B79-37D633B846F1}">
                <asvg:svgBlip xmlns:asvg="http://schemas.microsoft.com/office/drawing/2016/SVG/main" r:embed="rId41"/>
              </a:ext>
            </a:extLst>
          </a:blip>
          <a:srcRect l="8933" t="23765" r="11354" b="68041"/>
          <a:stretch/>
        </p:blipFill>
        <p:spPr>
          <a:xfrm>
            <a:off x="0" y="6406676"/>
            <a:ext cx="12192000" cy="451323"/>
          </a:xfrm>
          <a:prstGeom prst="rect">
            <a:avLst/>
          </a:prstGeom>
        </p:spPr>
      </p:pic>
      <p:sp>
        <p:nvSpPr>
          <p:cNvPr id="10" name="Rectangle 9">
            <a:extLst>
              <a:ext uri="{FF2B5EF4-FFF2-40B4-BE49-F238E27FC236}">
                <a16:creationId xmlns:a16="http://schemas.microsoft.com/office/drawing/2014/main" id="{86AC1DCB-5EA6-4766-A084-5E64E77018D9}"/>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A8624DF6-C3FA-4626-ACFF-104BCEB70829}"/>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91015481-2B83-4339-A90D-5F322824CF52}"/>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13" name="Graphic 12">
            <a:extLst>
              <a:ext uri="{FF2B5EF4-FFF2-40B4-BE49-F238E27FC236}">
                <a16:creationId xmlns:a16="http://schemas.microsoft.com/office/drawing/2014/main" id="{C8F120DE-C5DF-47AC-8EA4-905621CDA1D2}"/>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a:xfrm>
            <a:off x="239942" y="6532189"/>
            <a:ext cx="1196516" cy="200298"/>
          </a:xfrm>
          <a:prstGeom prst="rect">
            <a:avLst/>
          </a:prstGeom>
        </p:spPr>
      </p:pic>
    </p:spTree>
    <p:extLst>
      <p:ext uri="{BB962C8B-B14F-4D97-AF65-F5344CB8AC3E}">
        <p14:creationId xmlns:p14="http://schemas.microsoft.com/office/powerpoint/2010/main" val="3552505392"/>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663" r:id="rId5"/>
    <p:sldLayoutId id="2147483659" r:id="rId6"/>
    <p:sldLayoutId id="2147483665" r:id="rId7"/>
    <p:sldLayoutId id="2147483650" r:id="rId8"/>
    <p:sldLayoutId id="2147483661" r:id="rId9"/>
    <p:sldLayoutId id="2147483662" r:id="rId10"/>
    <p:sldLayoutId id="2147483666" r:id="rId11"/>
    <p:sldLayoutId id="2147483667" r:id="rId12"/>
    <p:sldLayoutId id="2147483660"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54" r:id="rId31"/>
    <p:sldLayoutId id="2147483690" r:id="rId32"/>
    <p:sldLayoutId id="2147483679" r:id="rId33"/>
    <p:sldLayoutId id="2147483677" r:id="rId34"/>
    <p:sldLayoutId id="2147483664" r:id="rId35"/>
    <p:sldLayoutId id="2147483655" r:id="rId36"/>
    <p:sldLayoutId id="2147483689" r:id="rId37"/>
    <p:sldLayoutId id="2147483691" r:id="rId38"/>
  </p:sldLayoutIdLst>
  <p:hf hdr="0" dt="0"/>
  <p:txStyles>
    <p:titleStyle>
      <a:lvl1pPr algn="l" defTabSz="914400" rtl="0" eaLnBrk="1" latinLnBrk="0" hangingPunct="1">
        <a:lnSpc>
          <a:spcPct val="90000"/>
        </a:lnSpc>
        <a:spcBef>
          <a:spcPct val="0"/>
        </a:spcBef>
        <a:buNone/>
        <a:defRPr sz="3200" b="1" kern="1200">
          <a:solidFill>
            <a:schemeClr val="tx2"/>
          </a:solidFill>
          <a:latin typeface="+mj-lt"/>
          <a:ea typeface="+mj-ea"/>
          <a:cs typeface="Catamaran SemiBold" pitchFamily="2" charset="0"/>
        </a:defRPr>
      </a:lvl1pPr>
    </p:titleStyle>
    <p:bodyStyle>
      <a:lvl1pPr marL="228600" indent="-228600" algn="l" defTabSz="914400"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120000"/>
        </a:lnSpc>
        <a:spcBef>
          <a:spcPts val="6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08" userDrawn="1">
          <p15:clr>
            <a:srgbClr val="F26B43"/>
          </p15:clr>
        </p15:guide>
        <p15:guide id="2" pos="7272" userDrawn="1">
          <p15:clr>
            <a:srgbClr val="F26B43"/>
          </p15:clr>
        </p15:guide>
        <p15:guide id="3" orient="horz" pos="216" userDrawn="1">
          <p15:clr>
            <a:srgbClr val="F26B43"/>
          </p15:clr>
        </p15:guide>
        <p15:guide id="4" orient="horz" pos="3744" userDrawn="1">
          <p15:clr>
            <a:srgbClr val="F26B43"/>
          </p15:clr>
        </p15:guide>
        <p15:guide id="5" orient="horz" pos="984" userDrawn="1">
          <p15:clr>
            <a:srgbClr val="F26B43"/>
          </p15:clr>
        </p15:guide>
        <p15:guide id="6" orient="horz" pos="115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18" Type="http://schemas.openxmlformats.org/officeDocument/2006/relationships/image" Target="../media/image42.svg"/><Relationship Id="rId3" Type="http://schemas.openxmlformats.org/officeDocument/2006/relationships/image" Target="../media/image27.png"/><Relationship Id="rId7" Type="http://schemas.openxmlformats.org/officeDocument/2006/relationships/image" Target="../media/image31.emf"/><Relationship Id="rId12" Type="http://schemas.openxmlformats.org/officeDocument/2006/relationships/image" Target="../media/image36.svg"/><Relationship Id="rId17" Type="http://schemas.openxmlformats.org/officeDocument/2006/relationships/image" Target="../media/image41.png"/><Relationship Id="rId2" Type="http://schemas.openxmlformats.org/officeDocument/2006/relationships/notesSlide" Target="../notesSlides/notesSlide8.xml"/><Relationship Id="rId16" Type="http://schemas.openxmlformats.org/officeDocument/2006/relationships/image" Target="../media/image40.svg"/><Relationship Id="rId1" Type="http://schemas.openxmlformats.org/officeDocument/2006/relationships/slideLayout" Target="../slideLayouts/slideLayout31.xml"/><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emf"/><Relationship Id="rId4" Type="http://schemas.openxmlformats.org/officeDocument/2006/relationships/image" Target="../media/image28.svg"/><Relationship Id="rId9" Type="http://schemas.openxmlformats.org/officeDocument/2006/relationships/image" Target="../media/image33.svg"/><Relationship Id="rId14" Type="http://schemas.openxmlformats.org/officeDocument/2006/relationships/image" Target="../media/image38.svg"/></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3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37.xml"/><Relationship Id="rId4" Type="http://schemas.openxmlformats.org/officeDocument/2006/relationships/image" Target="../media/image5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3415452"/>
            <a:ext cx="9144000" cy="1096613"/>
          </a:xfrm>
        </p:spPr>
        <p:txBody>
          <a:bodyPr>
            <a:normAutofit fontScale="90000"/>
          </a:bodyPr>
          <a:lstStyle/>
          <a:p>
            <a:r>
              <a:rPr lang="en-US" dirty="0"/>
              <a:t>Transfer and transform data with Azure Data Factory or Azure Synapse Pipelines</a:t>
            </a:r>
          </a:p>
        </p:txBody>
      </p:sp>
      <p:sp>
        <p:nvSpPr>
          <p:cNvPr id="5" name="Subtitle 4">
            <a:extLst>
              <a:ext uri="{FF2B5EF4-FFF2-40B4-BE49-F238E27FC236}">
                <a16:creationId xmlns:a16="http://schemas.microsoft.com/office/drawing/2014/main" id="{286A0A6D-0F9B-4C2F-8FA8-DB16962959B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78225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08E5F-A1EE-4E66-A0E0-0BE6ED7A4DF8}"/>
              </a:ext>
            </a:extLst>
          </p:cNvPr>
          <p:cNvSpPr>
            <a:spLocks noGrp="1"/>
          </p:cNvSpPr>
          <p:nvPr>
            <p:ph type="title"/>
          </p:nvPr>
        </p:nvSpPr>
        <p:spPr/>
        <p:txBody>
          <a:bodyPr/>
          <a:lstStyle/>
          <a:p>
            <a:r>
              <a:rPr lang="en-GB" dirty="0"/>
              <a:t>Agenda</a:t>
            </a:r>
          </a:p>
        </p:txBody>
      </p:sp>
      <p:sp>
        <p:nvSpPr>
          <p:cNvPr id="3" name="Footer Placeholder 2">
            <a:extLst>
              <a:ext uri="{FF2B5EF4-FFF2-40B4-BE49-F238E27FC236}">
                <a16:creationId xmlns:a16="http://schemas.microsoft.com/office/drawing/2014/main" id="{FA174EB8-777B-42ED-8BA9-49B9468AFF69}"/>
              </a:ext>
            </a:extLst>
          </p:cNvPr>
          <p:cNvSpPr>
            <a:spLocks noGrp="1"/>
          </p:cNvSpPr>
          <p:nvPr>
            <p:ph type="ftr" sz="quarter" idx="3"/>
          </p:nvPr>
        </p:nvSpPr>
        <p:spPr/>
        <p:txBody>
          <a:bodyPr/>
          <a:lstStyle/>
          <a:p>
            <a:r>
              <a:rPr lang="en-US"/>
              <a:t>WWW.SOLLIANCE.NET</a:t>
            </a:r>
            <a:endParaRPr lang="en-US" dirty="0"/>
          </a:p>
        </p:txBody>
      </p:sp>
      <p:sp>
        <p:nvSpPr>
          <p:cNvPr id="4" name="Slide Number Placeholder 3">
            <a:extLst>
              <a:ext uri="{FF2B5EF4-FFF2-40B4-BE49-F238E27FC236}">
                <a16:creationId xmlns:a16="http://schemas.microsoft.com/office/drawing/2014/main" id="{A7CFA621-BC25-404F-8978-8B6B356401C9}"/>
              </a:ext>
            </a:extLst>
          </p:cNvPr>
          <p:cNvSpPr>
            <a:spLocks noGrp="1"/>
          </p:cNvSpPr>
          <p:nvPr>
            <p:ph type="sldNum" sz="quarter" idx="4"/>
          </p:nvPr>
        </p:nvSpPr>
        <p:spPr/>
        <p:txBody>
          <a:bodyPr/>
          <a:lstStyle/>
          <a:p>
            <a:fld id="{00F9DAA1-1DF7-43E0-8E29-0CE1148553C7}" type="slidenum">
              <a:rPr lang="en-US" smtClean="0"/>
              <a:pPr/>
              <a:t>2</a:t>
            </a:fld>
            <a:endParaRPr lang="en-US" dirty="0"/>
          </a:p>
        </p:txBody>
      </p:sp>
      <p:sp>
        <p:nvSpPr>
          <p:cNvPr id="5" name="Text Placeholder 4">
            <a:extLst>
              <a:ext uri="{FF2B5EF4-FFF2-40B4-BE49-F238E27FC236}">
                <a16:creationId xmlns:a16="http://schemas.microsoft.com/office/drawing/2014/main" id="{93A81A48-6E77-4B8D-9889-50FC5AB69B4A}"/>
              </a:ext>
            </a:extLst>
          </p:cNvPr>
          <p:cNvSpPr>
            <a:spLocks noGrp="1"/>
          </p:cNvSpPr>
          <p:nvPr>
            <p:ph type="body" sz="quarter" idx="10"/>
          </p:nvPr>
        </p:nvSpPr>
        <p:spPr/>
        <p:txBody>
          <a:bodyPr>
            <a:normAutofit/>
          </a:bodyPr>
          <a:lstStyle/>
          <a:p>
            <a:r>
              <a:rPr lang="en-GB" sz="1800" dirty="0"/>
              <a:t>Perform code-free transformations with Azure Data Factory or Azure Synapse Pipelines</a:t>
            </a:r>
          </a:p>
          <a:p>
            <a:endParaRPr lang="en-GB" sz="1800" dirty="0"/>
          </a:p>
          <a:p>
            <a:r>
              <a:rPr lang="en-GB" sz="1800" dirty="0"/>
              <a:t>Build Azure Data Factory or Azure Synapse Analytics Pipelines</a:t>
            </a:r>
          </a:p>
        </p:txBody>
      </p:sp>
    </p:spTree>
    <p:extLst>
      <p:ext uri="{BB962C8B-B14F-4D97-AF65-F5344CB8AC3E}">
        <p14:creationId xmlns:p14="http://schemas.microsoft.com/office/powerpoint/2010/main" val="2612443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7049368-1D77-4FB6-9EFE-2983D912385F}"/>
              </a:ext>
            </a:extLst>
          </p:cNvPr>
          <p:cNvSpPr>
            <a:spLocks noGrp="1"/>
          </p:cNvSpPr>
          <p:nvPr>
            <p:ph type="body" sz="quarter" idx="10"/>
          </p:nvPr>
        </p:nvSpPr>
        <p:spPr/>
        <p:txBody>
          <a:bodyPr/>
          <a:lstStyle/>
          <a:p>
            <a:r>
              <a:rPr lang="en-US" dirty="0"/>
              <a:t>1</a:t>
            </a:r>
          </a:p>
        </p:txBody>
      </p:sp>
      <p:sp>
        <p:nvSpPr>
          <p:cNvPr id="4" name="Title 3">
            <a:extLst>
              <a:ext uri="{FF2B5EF4-FFF2-40B4-BE49-F238E27FC236}">
                <a16:creationId xmlns:a16="http://schemas.microsoft.com/office/drawing/2014/main" id="{9E46C473-5637-4B85-A55A-361DC5094AAD}"/>
              </a:ext>
            </a:extLst>
          </p:cNvPr>
          <p:cNvSpPr>
            <a:spLocks noGrp="1"/>
          </p:cNvSpPr>
          <p:nvPr>
            <p:ph type="ctrTitle"/>
          </p:nvPr>
        </p:nvSpPr>
        <p:spPr>
          <a:xfrm>
            <a:off x="1387812" y="2055944"/>
            <a:ext cx="3921249" cy="2859633"/>
          </a:xfrm>
        </p:spPr>
        <p:txBody>
          <a:bodyPr>
            <a:normAutofit fontScale="90000"/>
          </a:bodyPr>
          <a:lstStyle/>
          <a:p>
            <a:r>
              <a:rPr lang="en-US" dirty="0"/>
              <a:t>Perform code-free transformations at scale with Azure Synapse Pipelines</a:t>
            </a:r>
          </a:p>
        </p:txBody>
      </p:sp>
      <p:sp>
        <p:nvSpPr>
          <p:cNvPr id="5" name="Subtitle 4">
            <a:extLst>
              <a:ext uri="{FF2B5EF4-FFF2-40B4-BE49-F238E27FC236}">
                <a16:creationId xmlns:a16="http://schemas.microsoft.com/office/drawing/2014/main" id="{0AAE9A0A-78EC-4CE8-A845-DAF15EE619DD}"/>
              </a:ext>
            </a:extLst>
          </p:cNvPr>
          <p:cNvSpPr>
            <a:spLocks noGrp="1"/>
          </p:cNvSpPr>
          <p:nvPr>
            <p:ph type="subTitle" idx="1"/>
          </p:nvPr>
        </p:nvSpPr>
        <p:spPr/>
        <p:txBody>
          <a:bodyPr/>
          <a:lstStyle/>
          <a:p>
            <a:endParaRPr lang="en-US"/>
          </a:p>
        </p:txBody>
      </p:sp>
      <p:sp>
        <p:nvSpPr>
          <p:cNvPr id="2" name="Footer Placeholder 1">
            <a:extLst>
              <a:ext uri="{FF2B5EF4-FFF2-40B4-BE49-F238E27FC236}">
                <a16:creationId xmlns:a16="http://schemas.microsoft.com/office/drawing/2014/main" id="{D2D324A0-A22E-4715-A167-B35FB5D5C504}"/>
              </a:ext>
            </a:extLst>
          </p:cNvPr>
          <p:cNvSpPr>
            <a:spLocks noGrp="1"/>
          </p:cNvSpPr>
          <p:nvPr>
            <p:ph type="ftr" sz="quarter" idx="4294967295"/>
          </p:nvPr>
        </p:nvSpPr>
        <p:spPr>
          <a:xfrm>
            <a:off x="8077200" y="6465888"/>
            <a:ext cx="4114800" cy="331787"/>
          </a:xfrm>
        </p:spPr>
        <p:txBody>
          <a:bodyPr/>
          <a:lstStyle/>
          <a:p>
            <a:r>
              <a:rPr lang="en-US"/>
              <a:t>WWW.SOLLIANCE.NET</a:t>
            </a:r>
            <a:endParaRPr lang="en-US" dirty="0"/>
          </a:p>
        </p:txBody>
      </p:sp>
      <p:sp>
        <p:nvSpPr>
          <p:cNvPr id="3" name="Slide Number Placeholder 2">
            <a:extLst>
              <a:ext uri="{FF2B5EF4-FFF2-40B4-BE49-F238E27FC236}">
                <a16:creationId xmlns:a16="http://schemas.microsoft.com/office/drawing/2014/main" id="{4EA68737-E2C6-4905-BA18-1DC7DC84C8CE}"/>
              </a:ext>
            </a:extLst>
          </p:cNvPr>
          <p:cNvSpPr>
            <a:spLocks noGrp="1"/>
          </p:cNvSpPr>
          <p:nvPr>
            <p:ph type="sldNum" sz="quarter" idx="4294967295"/>
          </p:nvPr>
        </p:nvSpPr>
        <p:spPr>
          <a:xfrm>
            <a:off x="11755438" y="6465888"/>
            <a:ext cx="436562" cy="331787"/>
          </a:xfrm>
        </p:spPr>
        <p:txBody>
          <a:bodyPr/>
          <a:lstStyle/>
          <a:p>
            <a:fld id="{00F9DAA1-1DF7-43E0-8E29-0CE1148553C7}" type="slidenum">
              <a:rPr lang="en-US" smtClean="0"/>
              <a:pPr/>
              <a:t>3</a:t>
            </a:fld>
            <a:endParaRPr lang="en-US" dirty="0"/>
          </a:p>
        </p:txBody>
      </p:sp>
    </p:spTree>
    <p:extLst>
      <p:ext uri="{BB962C8B-B14F-4D97-AF65-F5344CB8AC3E}">
        <p14:creationId xmlns:p14="http://schemas.microsoft.com/office/powerpoint/2010/main" val="1674170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p:cNvSpPr>
            <a:spLocks noGrp="1"/>
          </p:cNvSpPr>
          <p:nvPr>
            <p:ph type="title" idx="4294967295"/>
          </p:nvPr>
        </p:nvSpPr>
        <p:spPr>
          <a:xfrm>
            <a:off x="265470" y="502726"/>
            <a:ext cx="11342688" cy="804862"/>
          </a:xfrm>
        </p:spPr>
        <p:txBody>
          <a:bodyPr>
            <a:normAutofit fontScale="90000"/>
          </a:bodyPr>
          <a:lstStyle/>
          <a:p>
            <a:r>
              <a:rPr lang="en-GB" dirty="0"/>
              <a:t>Code-free transformation at scale with Azure Data Factory or Azure Synapse Pipelines</a:t>
            </a:r>
            <a:endParaRPr lang="en-US" dirty="0"/>
          </a:p>
        </p:txBody>
      </p:sp>
      <p:pic>
        <p:nvPicPr>
          <p:cNvPr id="3" name="Picture 2" descr="This image shows an example of creating a mapping data flow in Azure Data Factory, or Azure Synapse Pipelines">
            <a:extLst>
              <a:ext uri="{FF2B5EF4-FFF2-40B4-BE49-F238E27FC236}">
                <a16:creationId xmlns:a16="http://schemas.microsoft.com/office/drawing/2014/main" id="{F884D2D3-74C4-4326-8739-FF4F38A1ED8F}"/>
              </a:ext>
            </a:extLst>
          </p:cNvPr>
          <p:cNvPicPr>
            <a:picLocks noChangeAspect="1"/>
          </p:cNvPicPr>
          <p:nvPr/>
        </p:nvPicPr>
        <p:blipFill>
          <a:blip r:embed="rId3"/>
          <a:stretch>
            <a:fillRect/>
          </a:stretch>
        </p:blipFill>
        <p:spPr>
          <a:xfrm>
            <a:off x="471538" y="1959687"/>
            <a:ext cx="11290925" cy="3782320"/>
          </a:xfrm>
          <a:prstGeom prst="rect">
            <a:avLst/>
          </a:prstGeom>
        </p:spPr>
      </p:pic>
    </p:spTree>
    <p:extLst>
      <p:ext uri="{BB962C8B-B14F-4D97-AF65-F5344CB8AC3E}">
        <p14:creationId xmlns:p14="http://schemas.microsoft.com/office/powerpoint/2010/main" val="2226993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20B98D5-297D-4E37-A12C-94E1D1D956ED}"/>
              </a:ext>
            </a:extLst>
          </p:cNvPr>
          <p:cNvSpPr>
            <a:spLocks noGrp="1"/>
          </p:cNvSpPr>
          <p:nvPr>
            <p:ph type="body" sz="quarter" idx="10"/>
          </p:nvPr>
        </p:nvSpPr>
        <p:spPr>
          <a:xfrm>
            <a:off x="3280756" y="309563"/>
            <a:ext cx="2377094" cy="2600325"/>
          </a:xfrm>
        </p:spPr>
        <p:txBody>
          <a:bodyPr/>
          <a:lstStyle/>
          <a:p>
            <a:r>
              <a:rPr lang="en-US" dirty="0"/>
              <a:t>2</a:t>
            </a:r>
          </a:p>
        </p:txBody>
      </p:sp>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2434517"/>
            <a:ext cx="4037172" cy="2481060"/>
          </a:xfrm>
        </p:spPr>
        <p:txBody>
          <a:bodyPr>
            <a:normAutofit/>
          </a:bodyPr>
          <a:lstStyle/>
          <a:p>
            <a:r>
              <a:rPr lang="en-GB" dirty="0"/>
              <a:t>Building Azure Data Factory or Azure Synapse Pipelines</a:t>
            </a:r>
            <a:endParaRPr lang="en-US" dirty="0"/>
          </a:p>
        </p:txBody>
      </p:sp>
      <p:sp>
        <p:nvSpPr>
          <p:cNvPr id="5" name="Subtitle 4">
            <a:extLst>
              <a:ext uri="{FF2B5EF4-FFF2-40B4-BE49-F238E27FC236}">
                <a16:creationId xmlns:a16="http://schemas.microsoft.com/office/drawing/2014/main" id="{72910873-908C-41F3-B821-05D9E5F5DF2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80369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6BA12-BA88-43FA-9F12-FC201F0161E1}"/>
              </a:ext>
            </a:extLst>
          </p:cNvPr>
          <p:cNvSpPr>
            <a:spLocks noGrp="1"/>
          </p:cNvSpPr>
          <p:nvPr>
            <p:ph type="title"/>
          </p:nvPr>
        </p:nvSpPr>
        <p:spPr/>
        <p:txBody>
          <a:bodyPr/>
          <a:lstStyle/>
          <a:p>
            <a:r>
              <a:rPr lang="en-US" dirty="0"/>
              <a:t>What is Azure Data Factory?</a:t>
            </a:r>
          </a:p>
        </p:txBody>
      </p:sp>
      <p:sp>
        <p:nvSpPr>
          <p:cNvPr id="3" name="Footer Placeholder 2">
            <a:extLst>
              <a:ext uri="{FF2B5EF4-FFF2-40B4-BE49-F238E27FC236}">
                <a16:creationId xmlns:a16="http://schemas.microsoft.com/office/drawing/2014/main" id="{973956B0-8327-4940-AAA1-F0AECA011F27}"/>
              </a:ext>
            </a:extLst>
          </p:cNvPr>
          <p:cNvSpPr>
            <a:spLocks noGrp="1"/>
          </p:cNvSpPr>
          <p:nvPr>
            <p:ph type="ftr" sz="quarter" idx="3"/>
          </p:nvPr>
        </p:nvSpPr>
        <p:spPr/>
        <p:txBody>
          <a:bodyPr/>
          <a:lstStyle/>
          <a:p>
            <a:r>
              <a:rPr lang="en-US"/>
              <a:t>WWW.SOLLIANCE.NET</a:t>
            </a:r>
            <a:endParaRPr lang="en-US" dirty="0"/>
          </a:p>
        </p:txBody>
      </p:sp>
      <p:sp>
        <p:nvSpPr>
          <p:cNvPr id="4" name="Slide Number Placeholder 3">
            <a:extLst>
              <a:ext uri="{FF2B5EF4-FFF2-40B4-BE49-F238E27FC236}">
                <a16:creationId xmlns:a16="http://schemas.microsoft.com/office/drawing/2014/main" id="{61136DD3-8263-4770-AC57-1A1682490A9E}"/>
              </a:ext>
            </a:extLst>
          </p:cNvPr>
          <p:cNvSpPr>
            <a:spLocks noGrp="1"/>
          </p:cNvSpPr>
          <p:nvPr>
            <p:ph type="sldNum" sz="quarter" idx="4"/>
          </p:nvPr>
        </p:nvSpPr>
        <p:spPr/>
        <p:txBody>
          <a:bodyPr/>
          <a:lstStyle/>
          <a:p>
            <a:fld id="{00F9DAA1-1DF7-43E0-8E29-0CE1148553C7}" type="slidenum">
              <a:rPr lang="en-US" smtClean="0"/>
              <a:pPr/>
              <a:t>6</a:t>
            </a:fld>
            <a:endParaRPr lang="en-US" dirty="0"/>
          </a:p>
        </p:txBody>
      </p:sp>
      <p:sp>
        <p:nvSpPr>
          <p:cNvPr id="5" name="Text Placeholder 4">
            <a:extLst>
              <a:ext uri="{FF2B5EF4-FFF2-40B4-BE49-F238E27FC236}">
                <a16:creationId xmlns:a16="http://schemas.microsoft.com/office/drawing/2014/main" id="{F3D56993-530B-4BA9-8821-B06C1658F236}"/>
              </a:ext>
            </a:extLst>
          </p:cNvPr>
          <p:cNvSpPr>
            <a:spLocks noGrp="1"/>
          </p:cNvSpPr>
          <p:nvPr>
            <p:ph type="body" sz="quarter" idx="10"/>
          </p:nvPr>
        </p:nvSpPr>
        <p:spPr/>
        <p:txBody>
          <a:bodyPr>
            <a:normAutofit/>
          </a:bodyPr>
          <a:lstStyle/>
          <a:p>
            <a:r>
              <a:rPr lang="en-US" sz="1800" dirty="0"/>
              <a:t>Service to orchestrate and operationalize data movement and ingestion processes</a:t>
            </a:r>
          </a:p>
          <a:p>
            <a:endParaRPr lang="en-US" sz="1800" dirty="0"/>
          </a:p>
          <a:p>
            <a:r>
              <a:rPr lang="en-US" sz="1800" dirty="0"/>
              <a:t>Allows you to create data-driven workflows for orchestrating data movement and transforming data at scale</a:t>
            </a:r>
          </a:p>
          <a:p>
            <a:endParaRPr lang="en-US" sz="1800" dirty="0"/>
          </a:p>
          <a:p>
            <a:r>
              <a:rPr lang="en-US" sz="1800" dirty="0"/>
              <a:t>Ingest data from disparate data stores</a:t>
            </a:r>
          </a:p>
          <a:p>
            <a:endParaRPr lang="en-US" sz="1800" dirty="0"/>
          </a:p>
          <a:p>
            <a:r>
              <a:rPr lang="en-US" sz="1800" dirty="0"/>
              <a:t>Build complex ETL/ELT processes for transforming data</a:t>
            </a:r>
          </a:p>
          <a:p>
            <a:endParaRPr lang="en-US" sz="1800" dirty="0"/>
          </a:p>
          <a:p>
            <a:endParaRPr lang="en-US" sz="1800" dirty="0"/>
          </a:p>
        </p:txBody>
      </p:sp>
      <p:sp>
        <p:nvSpPr>
          <p:cNvPr id="6" name="Text Placeholder 5">
            <a:extLst>
              <a:ext uri="{FF2B5EF4-FFF2-40B4-BE49-F238E27FC236}">
                <a16:creationId xmlns:a16="http://schemas.microsoft.com/office/drawing/2014/main" id="{F57435D0-8C39-4132-BCCA-5DA4F10474CC}"/>
              </a:ext>
            </a:extLst>
          </p:cNvPr>
          <p:cNvSpPr>
            <a:spLocks noGrp="1"/>
          </p:cNvSpPr>
          <p:nvPr>
            <p:ph type="body" sz="quarter" idx="16"/>
          </p:nvPr>
        </p:nvSpPr>
        <p:spPr/>
        <p:txBody>
          <a:bodyPr/>
          <a:lstStyle/>
          <a:p>
            <a:r>
              <a:rPr lang="en-US" dirty="0"/>
              <a:t>Cloud-based ETL and data integration service</a:t>
            </a:r>
          </a:p>
        </p:txBody>
      </p:sp>
    </p:spTree>
    <p:extLst>
      <p:ext uri="{BB962C8B-B14F-4D97-AF65-F5344CB8AC3E}">
        <p14:creationId xmlns:p14="http://schemas.microsoft.com/office/powerpoint/2010/main" val="1520156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D726395-8A5C-4793-8124-0EA1375D1D96}"/>
              </a:ext>
            </a:extLst>
          </p:cNvPr>
          <p:cNvSpPr>
            <a:spLocks noGrp="1"/>
          </p:cNvSpPr>
          <p:nvPr>
            <p:ph type="title"/>
          </p:nvPr>
        </p:nvSpPr>
        <p:spPr/>
        <p:txBody>
          <a:bodyPr/>
          <a:lstStyle/>
          <a:p>
            <a:r>
              <a:rPr lang="en-US" dirty="0"/>
              <a:t>ADF Terminology</a:t>
            </a:r>
          </a:p>
        </p:txBody>
      </p:sp>
      <p:sp>
        <p:nvSpPr>
          <p:cNvPr id="3" name="Footer Placeholder 2">
            <a:extLst>
              <a:ext uri="{FF2B5EF4-FFF2-40B4-BE49-F238E27FC236}">
                <a16:creationId xmlns:a16="http://schemas.microsoft.com/office/drawing/2014/main" id="{22BE8754-9903-4552-82BF-6C7C1180A3C8}"/>
              </a:ext>
            </a:extLst>
          </p:cNvPr>
          <p:cNvSpPr>
            <a:spLocks noGrp="1"/>
          </p:cNvSpPr>
          <p:nvPr>
            <p:ph type="ftr" sz="quarter" idx="3"/>
          </p:nvPr>
        </p:nvSpPr>
        <p:spPr/>
        <p:txBody>
          <a:bodyPr/>
          <a:lstStyle/>
          <a:p>
            <a:r>
              <a:rPr lang="en-US"/>
              <a:t>WWW.SOLLIANCE.NET</a:t>
            </a:r>
            <a:endParaRPr lang="en-US" dirty="0"/>
          </a:p>
        </p:txBody>
      </p:sp>
      <p:sp>
        <p:nvSpPr>
          <p:cNvPr id="4" name="Slide Number Placeholder 3">
            <a:extLst>
              <a:ext uri="{FF2B5EF4-FFF2-40B4-BE49-F238E27FC236}">
                <a16:creationId xmlns:a16="http://schemas.microsoft.com/office/drawing/2014/main" id="{EC5BEB1C-AE68-40CA-B007-92D91BEDD988}"/>
              </a:ext>
            </a:extLst>
          </p:cNvPr>
          <p:cNvSpPr>
            <a:spLocks noGrp="1"/>
          </p:cNvSpPr>
          <p:nvPr>
            <p:ph type="sldNum" sz="quarter" idx="4"/>
          </p:nvPr>
        </p:nvSpPr>
        <p:spPr/>
        <p:txBody>
          <a:bodyPr/>
          <a:lstStyle/>
          <a:p>
            <a:fld id="{00F9DAA1-1DF7-43E0-8E29-0CE1148553C7}" type="slidenum">
              <a:rPr lang="en-US" smtClean="0"/>
              <a:pPr/>
              <a:t>7</a:t>
            </a:fld>
            <a:endParaRPr lang="en-US" dirty="0"/>
          </a:p>
        </p:txBody>
      </p:sp>
      <p:sp>
        <p:nvSpPr>
          <p:cNvPr id="8" name="Text Placeholder 7">
            <a:extLst>
              <a:ext uri="{FF2B5EF4-FFF2-40B4-BE49-F238E27FC236}">
                <a16:creationId xmlns:a16="http://schemas.microsoft.com/office/drawing/2014/main" id="{E7D30D09-E154-4377-A25F-1BB117CDBDB5}"/>
              </a:ext>
            </a:extLst>
          </p:cNvPr>
          <p:cNvSpPr>
            <a:spLocks noGrp="1"/>
          </p:cNvSpPr>
          <p:nvPr>
            <p:ph type="body" sz="quarter" idx="10"/>
          </p:nvPr>
        </p:nvSpPr>
        <p:spPr/>
        <p:txBody>
          <a:bodyPr/>
          <a:lstStyle/>
          <a:p>
            <a:r>
              <a:rPr lang="en-US" sz="1800" dirty="0"/>
              <a:t>Linked Services</a:t>
            </a:r>
          </a:p>
          <a:p>
            <a:r>
              <a:rPr lang="en-US" sz="1800" dirty="0"/>
              <a:t>Data Sets</a:t>
            </a:r>
          </a:p>
          <a:p>
            <a:r>
              <a:rPr lang="en-US" sz="1800" dirty="0"/>
              <a:t>Activities</a:t>
            </a:r>
          </a:p>
          <a:p>
            <a:r>
              <a:rPr lang="en-US" sz="1800" dirty="0"/>
              <a:t>Pipelines</a:t>
            </a:r>
          </a:p>
          <a:p>
            <a:r>
              <a:rPr lang="en-US" sz="1800" dirty="0"/>
              <a:t>Integration Runtimes</a:t>
            </a:r>
          </a:p>
          <a:p>
            <a:endParaRPr lang="en-US" dirty="0"/>
          </a:p>
          <a:p>
            <a:endParaRPr lang="en-US" dirty="0"/>
          </a:p>
        </p:txBody>
      </p:sp>
      <p:sp>
        <p:nvSpPr>
          <p:cNvPr id="15" name="Text Placeholder 14">
            <a:extLst>
              <a:ext uri="{FF2B5EF4-FFF2-40B4-BE49-F238E27FC236}">
                <a16:creationId xmlns:a16="http://schemas.microsoft.com/office/drawing/2014/main" id="{6E118821-2B89-48B1-8708-1528BFE68CA3}"/>
              </a:ext>
            </a:extLst>
          </p:cNvPr>
          <p:cNvSpPr>
            <a:spLocks noGrp="1"/>
          </p:cNvSpPr>
          <p:nvPr>
            <p:ph type="body" sz="quarter" idx="16"/>
          </p:nvPr>
        </p:nvSpPr>
        <p:spPr/>
        <p:txBody>
          <a:bodyPr/>
          <a:lstStyle/>
          <a:p>
            <a:endParaRPr lang="en-US"/>
          </a:p>
        </p:txBody>
      </p:sp>
      <p:pic>
        <p:nvPicPr>
          <p:cNvPr id="14" name="Picture 13">
            <a:extLst>
              <a:ext uri="{FF2B5EF4-FFF2-40B4-BE49-F238E27FC236}">
                <a16:creationId xmlns:a16="http://schemas.microsoft.com/office/drawing/2014/main" id="{9E777EDA-511A-4F7C-97B3-B9D0C47A40D4}"/>
              </a:ext>
            </a:extLst>
          </p:cNvPr>
          <p:cNvPicPr>
            <a:picLocks noChangeAspect="1"/>
          </p:cNvPicPr>
          <p:nvPr/>
        </p:nvPicPr>
        <p:blipFill>
          <a:blip r:embed="rId3"/>
          <a:stretch>
            <a:fillRect/>
          </a:stretch>
        </p:blipFill>
        <p:spPr>
          <a:xfrm>
            <a:off x="716755" y="3930562"/>
            <a:ext cx="7439025" cy="2352675"/>
          </a:xfrm>
          <a:prstGeom prst="rect">
            <a:avLst/>
          </a:prstGeom>
        </p:spPr>
      </p:pic>
    </p:spTree>
    <p:extLst>
      <p:ext uri="{BB962C8B-B14F-4D97-AF65-F5344CB8AC3E}">
        <p14:creationId xmlns:p14="http://schemas.microsoft.com/office/powerpoint/2010/main" val="3192904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 Placeholder 16">
            <a:extLst>
              <a:ext uri="{FF2B5EF4-FFF2-40B4-BE49-F238E27FC236}">
                <a16:creationId xmlns:a16="http://schemas.microsoft.com/office/drawing/2014/main" id="{670A63D7-9D2F-4D51-E9BA-B8623901169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2" name="Title 51">
            <a:extLst>
              <a:ext uri="{FF2B5EF4-FFF2-40B4-BE49-F238E27FC236}">
                <a16:creationId xmlns:a16="http://schemas.microsoft.com/office/drawing/2014/main" id="{44C109AD-3D26-7A3B-BCFE-FBB4368E1B7C}"/>
              </a:ext>
            </a:extLst>
          </p:cNvPr>
          <p:cNvSpPr>
            <a:spLocks noGrp="1"/>
          </p:cNvSpPr>
          <p:nvPr>
            <p:ph type="title"/>
          </p:nvPr>
        </p:nvSpPr>
        <p:spPr/>
        <p:txBody>
          <a:bodyPr>
            <a:normAutofit/>
          </a:bodyPr>
          <a:lstStyle/>
          <a:p>
            <a:r>
              <a:rPr lang="en-US" dirty="0"/>
              <a:t>Understand pipelines</a:t>
            </a:r>
          </a:p>
        </p:txBody>
      </p:sp>
      <p:sp>
        <p:nvSpPr>
          <p:cNvPr id="14" name="Text Placeholder 13">
            <a:extLst>
              <a:ext uri="{FF2B5EF4-FFF2-40B4-BE49-F238E27FC236}">
                <a16:creationId xmlns:a16="http://schemas.microsoft.com/office/drawing/2014/main" id="{D8599343-4B6C-2BEA-4E88-2FE172D21B08}"/>
              </a:ext>
            </a:extLst>
          </p:cNvPr>
          <p:cNvSpPr>
            <a:spLocks noGrp="1"/>
          </p:cNvSpPr>
          <p:nvPr>
            <p:ph type="body" sz="quarter" idx="16"/>
          </p:nvPr>
        </p:nvSpPr>
        <p:spPr>
          <a:xfrm>
            <a:off x="652461" y="914400"/>
            <a:ext cx="3647425" cy="4938018"/>
          </a:xfrm>
        </p:spPr>
        <p:txBody>
          <a:bodyPr wrap="square">
            <a:spAutoFit/>
          </a:bodyPr>
          <a:lstStyle/>
          <a:p>
            <a:pPr marL="228600" lvl="1" indent="-228600">
              <a:spcBef>
                <a:spcPts val="0"/>
              </a:spcBef>
              <a:spcAft>
                <a:spcPts val="1200"/>
              </a:spcAft>
            </a:pPr>
            <a:r>
              <a:rPr lang="en-US" sz="1400" dirty="0"/>
              <a:t>Pipelines encapsulate a flow of activities that are orchestrated by an </a:t>
            </a:r>
            <a:r>
              <a:rPr lang="en-US" sz="1400" i="1" dirty="0"/>
              <a:t>integration runtime</a:t>
            </a:r>
          </a:p>
          <a:p>
            <a:pPr marL="228600" lvl="1" indent="-228600">
              <a:spcBef>
                <a:spcPts val="0"/>
              </a:spcBef>
              <a:spcAft>
                <a:spcPts val="600"/>
              </a:spcAft>
            </a:pPr>
            <a:r>
              <a:rPr lang="en-US" sz="1400" dirty="0"/>
              <a:t>Activities can include:</a:t>
            </a:r>
          </a:p>
          <a:p>
            <a:pPr marL="514350" lvl="2" indent="-228600">
              <a:spcBef>
                <a:spcPts val="0"/>
              </a:spcBef>
              <a:spcAft>
                <a:spcPts val="600"/>
              </a:spcAft>
              <a:buSzPct val="100000"/>
              <a:buFont typeface="Segoe UI" panose="020B0502040204020203" pitchFamily="34" charset="0"/>
              <a:buChar char="–"/>
            </a:pPr>
            <a:r>
              <a:rPr lang="en-US" sz="1200" i="1" dirty="0"/>
              <a:t>Data movement and data transformation </a:t>
            </a:r>
            <a:r>
              <a:rPr lang="en-US" sz="1200" dirty="0"/>
              <a:t>activities that transfer data from sources to sinks</a:t>
            </a:r>
          </a:p>
          <a:p>
            <a:pPr marL="514350" lvl="2" indent="-228600">
              <a:spcBef>
                <a:spcPts val="0"/>
              </a:spcBef>
              <a:spcAft>
                <a:spcPts val="600"/>
              </a:spcAft>
              <a:buSzPct val="100000"/>
              <a:buFont typeface="Segoe UI" panose="020B0502040204020203" pitchFamily="34" charset="0"/>
              <a:buChar char="–"/>
            </a:pPr>
            <a:r>
              <a:rPr lang="en-US" sz="1200" dirty="0"/>
              <a:t>External processing activities</a:t>
            </a:r>
          </a:p>
          <a:p>
            <a:pPr marL="514350" lvl="2" indent="-228600">
              <a:spcBef>
                <a:spcPts val="0"/>
              </a:spcBef>
              <a:spcAft>
                <a:spcPts val="1200"/>
              </a:spcAft>
              <a:buSzPct val="100000"/>
              <a:buFont typeface="Segoe UI" panose="020B0502040204020203" pitchFamily="34" charset="0"/>
              <a:buChar char="–"/>
            </a:pPr>
            <a:r>
              <a:rPr lang="en-US" sz="1200" i="1" dirty="0"/>
              <a:t>Control flow </a:t>
            </a:r>
            <a:r>
              <a:rPr lang="en-US" sz="1200" dirty="0"/>
              <a:t>activities that manage variables and processing logic</a:t>
            </a:r>
          </a:p>
          <a:p>
            <a:pPr marL="228600" lvl="1" indent="-228600">
              <a:spcBef>
                <a:spcPts val="0"/>
              </a:spcBef>
              <a:spcAft>
                <a:spcPts val="1200"/>
              </a:spcAft>
            </a:pPr>
            <a:r>
              <a:rPr lang="en-US" sz="1400" i="1" dirty="0"/>
              <a:t>Linked services </a:t>
            </a:r>
            <a:r>
              <a:rPr lang="en-US" sz="1400" dirty="0"/>
              <a:t>provide access to data stores and processing platforms where activities can</a:t>
            </a:r>
            <a:br>
              <a:rPr lang="en-US" sz="1400" dirty="0"/>
            </a:br>
            <a:r>
              <a:rPr lang="en-US" sz="1400" dirty="0"/>
              <a:t>be run</a:t>
            </a:r>
          </a:p>
          <a:p>
            <a:pPr marL="228600" lvl="1" indent="-228600">
              <a:spcBef>
                <a:spcPts val="0"/>
              </a:spcBef>
              <a:spcAft>
                <a:spcPts val="1200"/>
              </a:spcAft>
            </a:pPr>
            <a:r>
              <a:rPr lang="en-US" sz="1400" dirty="0"/>
              <a:t>The data processed in a pipeline is defined in </a:t>
            </a:r>
            <a:r>
              <a:rPr lang="en-US" sz="1400" i="1" dirty="0"/>
              <a:t>datasets</a:t>
            </a:r>
            <a:r>
              <a:rPr lang="en-US" sz="1400" dirty="0"/>
              <a:t>, accessed through linked services</a:t>
            </a:r>
          </a:p>
        </p:txBody>
      </p:sp>
      <p:sp>
        <p:nvSpPr>
          <p:cNvPr id="57" name="Rectangle 56">
            <a:extLst>
              <a:ext uri="{FF2B5EF4-FFF2-40B4-BE49-F238E27FC236}">
                <a16:creationId xmlns:a16="http://schemas.microsoft.com/office/drawing/2014/main" id="{E734458F-C741-906F-B8C8-767CA150CDEC}"/>
              </a:ext>
              <a:ext uri="{C183D7F6-B498-43B3-948B-1728B52AA6E4}">
                <adec:decorative xmlns:adec="http://schemas.microsoft.com/office/drawing/2017/decorative" val="1"/>
              </a:ext>
            </a:extLst>
          </p:cNvPr>
          <p:cNvSpPr>
            <a:spLocks/>
          </p:cNvSpPr>
          <p:nvPr/>
        </p:nvSpPr>
        <p:spPr bwMode="auto">
          <a:xfrm>
            <a:off x="4457192" y="1462278"/>
            <a:ext cx="7535862" cy="4430720"/>
          </a:xfrm>
          <a:prstGeom prst="rect">
            <a:avLst/>
          </a:prstGeom>
          <a:solidFill>
            <a:schemeClr val="bg1"/>
          </a:solid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48" name="Group 47" descr="A diagram showing a pipeline with datasets, an integration runtime, linked services, and datasets">
            <a:extLst>
              <a:ext uri="{FF2B5EF4-FFF2-40B4-BE49-F238E27FC236}">
                <a16:creationId xmlns:a16="http://schemas.microsoft.com/office/drawing/2014/main" id="{095FCB4B-CB21-9580-53FA-9D8902200B61}"/>
              </a:ext>
            </a:extLst>
          </p:cNvPr>
          <p:cNvGrpSpPr/>
          <p:nvPr/>
        </p:nvGrpSpPr>
        <p:grpSpPr>
          <a:xfrm>
            <a:off x="4594311" y="1809948"/>
            <a:ext cx="7261624" cy="3735380"/>
            <a:chOff x="5187493" y="1839948"/>
            <a:chExt cx="6824190" cy="3510363"/>
          </a:xfrm>
        </p:grpSpPr>
        <p:grpSp>
          <p:nvGrpSpPr>
            <p:cNvPr id="40" name="Group 39" descr="A diagram of a pipeline containing activities and datasets. One activity is a data flow. Some activities are connected to linked services.">
              <a:extLst>
                <a:ext uri="{FF2B5EF4-FFF2-40B4-BE49-F238E27FC236}">
                  <a16:creationId xmlns:a16="http://schemas.microsoft.com/office/drawing/2014/main" id="{0A8002F6-3C1F-BE49-0B98-6CF969EFBD4C}"/>
                </a:ext>
              </a:extLst>
            </p:cNvPr>
            <p:cNvGrpSpPr/>
            <p:nvPr/>
          </p:nvGrpSpPr>
          <p:grpSpPr>
            <a:xfrm>
              <a:off x="5187493" y="1839948"/>
              <a:ext cx="6824190" cy="3483247"/>
              <a:chOff x="5175115" y="1405446"/>
              <a:chExt cx="6824190" cy="3483247"/>
            </a:xfrm>
          </p:grpSpPr>
          <p:grpSp>
            <p:nvGrpSpPr>
              <p:cNvPr id="7" name="Group 6">
                <a:extLst>
                  <a:ext uri="{FF2B5EF4-FFF2-40B4-BE49-F238E27FC236}">
                    <a16:creationId xmlns:a16="http://schemas.microsoft.com/office/drawing/2014/main" id="{80EA349C-8AF3-6AA1-063C-53B8E05ABB50}"/>
                  </a:ext>
                </a:extLst>
              </p:cNvPr>
              <p:cNvGrpSpPr/>
              <p:nvPr/>
            </p:nvGrpSpPr>
            <p:grpSpPr>
              <a:xfrm>
                <a:off x="5175115" y="1457326"/>
                <a:ext cx="6824190" cy="3431367"/>
                <a:chOff x="568831" y="1119417"/>
                <a:chExt cx="11054338" cy="5558387"/>
              </a:xfrm>
            </p:grpSpPr>
            <p:sp>
              <p:nvSpPr>
                <p:cNvPr id="115" name="Rectangle 114">
                  <a:extLst>
                    <a:ext uri="{FF2B5EF4-FFF2-40B4-BE49-F238E27FC236}">
                      <a16:creationId xmlns:a16="http://schemas.microsoft.com/office/drawing/2014/main" id="{9D7724E7-057C-4B8D-A329-4B1032C1641E}"/>
                    </a:ext>
                    <a:ext uri="{C183D7F6-B498-43B3-948B-1728B52AA6E4}">
                      <adec:decorative xmlns:adec="http://schemas.microsoft.com/office/drawing/2017/decorative" val="1"/>
                    </a:ext>
                  </a:extLst>
                </p:cNvPr>
                <p:cNvSpPr/>
                <p:nvPr/>
              </p:nvSpPr>
              <p:spPr bwMode="auto">
                <a:xfrm>
                  <a:off x="568831" y="1119417"/>
                  <a:ext cx="11054338" cy="555838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2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Arrow: Right 4">
                  <a:extLst>
                    <a:ext uri="{FF2B5EF4-FFF2-40B4-BE49-F238E27FC236}">
                      <a16:creationId xmlns:a16="http://schemas.microsoft.com/office/drawing/2014/main" id="{DD42DA1A-E291-47BA-B8C0-8465DF0E6734}"/>
                    </a:ext>
                    <a:ext uri="{C183D7F6-B498-43B3-948B-1728B52AA6E4}">
                      <adec:decorative xmlns:adec="http://schemas.microsoft.com/office/drawing/2017/decorative" val="1"/>
                    </a:ext>
                  </a:extLst>
                </p:cNvPr>
                <p:cNvSpPr/>
                <p:nvPr/>
              </p:nvSpPr>
              <p:spPr bwMode="auto">
                <a:xfrm>
                  <a:off x="1179994" y="1804308"/>
                  <a:ext cx="10055387" cy="2824518"/>
                </a:xfrm>
                <a:prstGeom prst="rightArrow">
                  <a:avLst/>
                </a:prstGeom>
                <a:solidFill>
                  <a:schemeClr val="tx2">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2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0" name="Rectangle 109">
                  <a:extLst>
                    <a:ext uri="{FF2B5EF4-FFF2-40B4-BE49-F238E27FC236}">
                      <a16:creationId xmlns:a16="http://schemas.microsoft.com/office/drawing/2014/main" id="{6ABD7DE3-4BAD-4CD5-9A49-8915959ED2B0}"/>
                    </a:ext>
                    <a:ext uri="{C183D7F6-B498-43B3-948B-1728B52AA6E4}">
                      <adec:decorative xmlns:adec="http://schemas.microsoft.com/office/drawing/2017/decorative" val="1"/>
                    </a:ext>
                  </a:extLst>
                </p:cNvPr>
                <p:cNvSpPr/>
                <p:nvPr/>
              </p:nvSpPr>
              <p:spPr bwMode="auto">
                <a:xfrm>
                  <a:off x="957660" y="4663125"/>
                  <a:ext cx="10387489" cy="1126696"/>
                </a:xfrm>
                <a:prstGeom prst="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2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 name="Graphic 3">
                  <a:extLst>
                    <a:ext uri="{FF2B5EF4-FFF2-40B4-BE49-F238E27FC236}">
                      <a16:creationId xmlns:a16="http://schemas.microsoft.com/office/drawing/2014/main" id="{8EBE09CB-E783-4176-AA6E-0D52778DEA9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6952" y="2535954"/>
                  <a:ext cx="1251234" cy="1251234"/>
                </a:xfrm>
                <a:prstGeom prst="rect">
                  <a:avLst/>
                </a:prstGeom>
              </p:spPr>
            </p:pic>
            <p:sp>
              <p:nvSpPr>
                <p:cNvPr id="8" name="Rectangle 7">
                  <a:extLst>
                    <a:ext uri="{FF2B5EF4-FFF2-40B4-BE49-F238E27FC236}">
                      <a16:creationId xmlns:a16="http://schemas.microsoft.com/office/drawing/2014/main" id="{E775E500-144E-451B-9DBB-0A53B9293F74}"/>
                    </a:ext>
                    <a:ext uri="{C183D7F6-B498-43B3-948B-1728B52AA6E4}">
                      <adec:decorative xmlns:adec="http://schemas.microsoft.com/office/drawing/2017/decorative" val="1"/>
                    </a:ext>
                  </a:extLst>
                </p:cNvPr>
                <p:cNvSpPr/>
                <p:nvPr/>
              </p:nvSpPr>
              <p:spPr bwMode="auto">
                <a:xfrm>
                  <a:off x="3125656" y="2939088"/>
                  <a:ext cx="832862" cy="456173"/>
                </a:xfrm>
                <a:prstGeom prst="rect">
                  <a:avLst/>
                </a:prstGeom>
                <a:solidFill>
                  <a:schemeClr val="bg1"/>
                </a:solidFill>
                <a:ln w="28575">
                  <a:solidFill>
                    <a:srgbClr val="8DC8E8"/>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2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F403E510-D97D-44C0-BC84-63A9854257A9}"/>
                    </a:ext>
                    <a:ext uri="{C183D7F6-B498-43B3-948B-1728B52AA6E4}">
                      <adec:decorative xmlns:adec="http://schemas.microsoft.com/office/drawing/2017/decorative" val="1"/>
                    </a:ext>
                  </a:extLst>
                </p:cNvPr>
                <p:cNvSpPr/>
                <p:nvPr/>
              </p:nvSpPr>
              <p:spPr bwMode="auto">
                <a:xfrm>
                  <a:off x="4282256" y="2939087"/>
                  <a:ext cx="832862" cy="456173"/>
                </a:xfrm>
                <a:prstGeom prst="rect">
                  <a:avLst/>
                </a:prstGeom>
                <a:solidFill>
                  <a:schemeClr val="bg1"/>
                </a:solidFill>
                <a:ln w="28575">
                  <a:solidFill>
                    <a:srgbClr val="8DC8E8"/>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2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Rectangle 9">
                  <a:extLst>
                    <a:ext uri="{FF2B5EF4-FFF2-40B4-BE49-F238E27FC236}">
                      <a16:creationId xmlns:a16="http://schemas.microsoft.com/office/drawing/2014/main" id="{5463DA1B-BE4A-4749-9727-5705C62D6754}"/>
                    </a:ext>
                    <a:ext uri="{C183D7F6-B498-43B3-948B-1728B52AA6E4}">
                      <adec:decorative xmlns:adec="http://schemas.microsoft.com/office/drawing/2017/decorative" val="1"/>
                    </a:ext>
                  </a:extLst>
                </p:cNvPr>
                <p:cNvSpPr/>
                <p:nvPr/>
              </p:nvSpPr>
              <p:spPr bwMode="auto">
                <a:xfrm>
                  <a:off x="5438838" y="2584781"/>
                  <a:ext cx="832862" cy="456173"/>
                </a:xfrm>
                <a:prstGeom prst="rect">
                  <a:avLst/>
                </a:prstGeom>
                <a:solidFill>
                  <a:schemeClr val="bg1"/>
                </a:solidFill>
                <a:ln w="28575">
                  <a:solidFill>
                    <a:srgbClr val="8DC8E8"/>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2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865FF285-D8AB-459D-BDC0-F5EF794D1AC0}"/>
                    </a:ext>
                    <a:ext uri="{C183D7F6-B498-43B3-948B-1728B52AA6E4}">
                      <adec:decorative xmlns:adec="http://schemas.microsoft.com/office/drawing/2017/decorative" val="1"/>
                    </a:ext>
                  </a:extLst>
                </p:cNvPr>
                <p:cNvSpPr/>
                <p:nvPr/>
              </p:nvSpPr>
              <p:spPr bwMode="auto">
                <a:xfrm>
                  <a:off x="5438838" y="3205737"/>
                  <a:ext cx="832862" cy="456173"/>
                </a:xfrm>
                <a:prstGeom prst="rect">
                  <a:avLst/>
                </a:prstGeom>
                <a:solidFill>
                  <a:schemeClr val="bg1"/>
                </a:solidFill>
                <a:ln w="28575">
                  <a:solidFill>
                    <a:srgbClr val="8DC8E8"/>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2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377A9949-D176-453B-80B3-8BF4055F9992}"/>
                    </a:ext>
                    <a:ext uri="{C183D7F6-B498-43B3-948B-1728B52AA6E4}">
                      <adec:decorative xmlns:adec="http://schemas.microsoft.com/office/drawing/2017/decorative" val="1"/>
                    </a:ext>
                  </a:extLst>
                </p:cNvPr>
                <p:cNvSpPr/>
                <p:nvPr/>
              </p:nvSpPr>
              <p:spPr bwMode="auto">
                <a:xfrm>
                  <a:off x="8033504" y="2977650"/>
                  <a:ext cx="832862" cy="456173"/>
                </a:xfrm>
                <a:prstGeom prst="rect">
                  <a:avLst/>
                </a:prstGeom>
                <a:solidFill>
                  <a:schemeClr val="bg1"/>
                </a:solidFill>
                <a:ln w="28575">
                  <a:solidFill>
                    <a:srgbClr val="8DC8E8"/>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2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15" name="Straight Arrow Connector 14">
                  <a:extLst>
                    <a:ext uri="{FF2B5EF4-FFF2-40B4-BE49-F238E27FC236}">
                      <a16:creationId xmlns:a16="http://schemas.microsoft.com/office/drawing/2014/main" id="{01AC058A-2C2E-42D9-A575-08DF2EA184DE}"/>
                    </a:ext>
                    <a:ext uri="{C183D7F6-B498-43B3-948B-1728B52AA6E4}">
                      <adec:decorative xmlns:adec="http://schemas.microsoft.com/office/drawing/2017/decorative" val="1"/>
                    </a:ext>
                  </a:extLst>
                </p:cNvPr>
                <p:cNvCxnSpPr>
                  <a:stCxn id="8" idx="3"/>
                  <a:endCxn id="9" idx="1"/>
                </p:cNvCxnSpPr>
                <p:nvPr/>
              </p:nvCxnSpPr>
              <p:spPr>
                <a:xfrm flipV="1">
                  <a:off x="3958518" y="3167174"/>
                  <a:ext cx="323738" cy="1"/>
                </a:xfrm>
                <a:prstGeom prst="straightConnector1">
                  <a:avLst/>
                </a:prstGeom>
                <a:ln w="38100">
                  <a:solidFill>
                    <a:srgbClr val="8DC8E8"/>
                  </a:solidFill>
                  <a:headEnd type="none"/>
                  <a:tailEnd type="triangle" w="med" len="sm"/>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5E72DD8-0E72-408F-BFB4-133DD2C74D5F}"/>
                    </a:ext>
                    <a:ext uri="{C183D7F6-B498-43B3-948B-1728B52AA6E4}">
                      <adec:decorative xmlns:adec="http://schemas.microsoft.com/office/drawing/2017/decorative" val="1"/>
                    </a:ext>
                  </a:extLst>
                </p:cNvPr>
                <p:cNvCxnSpPr>
                  <a:cxnSpLocks/>
                  <a:stCxn id="9" idx="3"/>
                  <a:endCxn id="10" idx="1"/>
                </p:cNvCxnSpPr>
                <p:nvPr/>
              </p:nvCxnSpPr>
              <p:spPr>
                <a:xfrm flipV="1">
                  <a:off x="5115118" y="2812868"/>
                  <a:ext cx="323720" cy="354306"/>
                </a:xfrm>
                <a:prstGeom prst="bentConnector3">
                  <a:avLst>
                    <a:gd name="adj1" fmla="val 50000"/>
                  </a:avLst>
                </a:prstGeom>
                <a:ln w="38100">
                  <a:solidFill>
                    <a:srgbClr val="8DC8E8"/>
                  </a:solidFill>
                  <a:headEnd type="none"/>
                  <a:tailEnd type="triangle" w="med" len="sm"/>
                </a:ln>
              </p:spPr>
              <p:style>
                <a:lnRef idx="1">
                  <a:schemeClr val="accent1"/>
                </a:lnRef>
                <a:fillRef idx="0">
                  <a:schemeClr val="accent1"/>
                </a:fillRef>
                <a:effectRef idx="0">
                  <a:schemeClr val="accent1"/>
                </a:effectRef>
                <a:fontRef idx="minor">
                  <a:schemeClr val="tx1"/>
                </a:fontRef>
              </p:style>
            </p:cxnSp>
            <p:cxnSp>
              <p:nvCxnSpPr>
                <p:cNvPr id="19" name="Straight Arrow Connector 15">
                  <a:extLst>
                    <a:ext uri="{FF2B5EF4-FFF2-40B4-BE49-F238E27FC236}">
                      <a16:creationId xmlns:a16="http://schemas.microsoft.com/office/drawing/2014/main" id="{FFA7965B-E831-4998-9216-01FBBC61DD31}"/>
                    </a:ext>
                    <a:ext uri="{C183D7F6-B498-43B3-948B-1728B52AA6E4}">
                      <adec:decorative xmlns:adec="http://schemas.microsoft.com/office/drawing/2017/decorative" val="1"/>
                    </a:ext>
                  </a:extLst>
                </p:cNvPr>
                <p:cNvCxnSpPr>
                  <a:cxnSpLocks/>
                  <a:stCxn id="9" idx="3"/>
                  <a:endCxn id="11" idx="1"/>
                </p:cNvCxnSpPr>
                <p:nvPr/>
              </p:nvCxnSpPr>
              <p:spPr>
                <a:xfrm>
                  <a:off x="5115118" y="3167174"/>
                  <a:ext cx="323720" cy="266650"/>
                </a:xfrm>
                <a:prstGeom prst="bentConnector3">
                  <a:avLst>
                    <a:gd name="adj1" fmla="val 50000"/>
                  </a:avLst>
                </a:prstGeom>
                <a:ln w="38100">
                  <a:solidFill>
                    <a:srgbClr val="8DC8E8"/>
                  </a:solidFill>
                  <a:headEnd type="none"/>
                  <a:tailEnd type="triangle" w="med" len="sm"/>
                </a:ln>
              </p:spPr>
              <p:style>
                <a:lnRef idx="1">
                  <a:schemeClr val="accent1"/>
                </a:lnRef>
                <a:fillRef idx="0">
                  <a:schemeClr val="accent1"/>
                </a:fillRef>
                <a:effectRef idx="0">
                  <a:schemeClr val="accent1"/>
                </a:effectRef>
                <a:fontRef idx="minor">
                  <a:schemeClr val="tx1"/>
                </a:fontRef>
              </p:style>
            </p:cxnSp>
            <p:cxnSp>
              <p:nvCxnSpPr>
                <p:cNvPr id="22" name="Straight Arrow Connector 15">
                  <a:extLst>
                    <a:ext uri="{FF2B5EF4-FFF2-40B4-BE49-F238E27FC236}">
                      <a16:creationId xmlns:a16="http://schemas.microsoft.com/office/drawing/2014/main" id="{38B0F27D-78DD-4EE4-B4E2-C3DA29FF6B00}"/>
                    </a:ext>
                    <a:ext uri="{C183D7F6-B498-43B3-948B-1728B52AA6E4}">
                      <adec:decorative xmlns:adec="http://schemas.microsoft.com/office/drawing/2017/decorative" val="1"/>
                    </a:ext>
                  </a:extLst>
                </p:cNvPr>
                <p:cNvCxnSpPr>
                  <a:cxnSpLocks/>
                  <a:stCxn id="11" idx="3"/>
                  <a:endCxn id="13" idx="1"/>
                </p:cNvCxnSpPr>
                <p:nvPr/>
              </p:nvCxnSpPr>
              <p:spPr>
                <a:xfrm flipV="1">
                  <a:off x="6271700" y="3205737"/>
                  <a:ext cx="1761804" cy="228087"/>
                </a:xfrm>
                <a:prstGeom prst="bentConnector3">
                  <a:avLst>
                    <a:gd name="adj1" fmla="val 83058"/>
                  </a:avLst>
                </a:prstGeom>
                <a:ln w="38100">
                  <a:solidFill>
                    <a:srgbClr val="8DC8E8"/>
                  </a:solidFill>
                  <a:headEnd type="none"/>
                  <a:tailEnd type="triangle" w="med" len="sm"/>
                </a:ln>
              </p:spPr>
              <p:style>
                <a:lnRef idx="1">
                  <a:schemeClr val="accent1"/>
                </a:lnRef>
                <a:fillRef idx="0">
                  <a:schemeClr val="accent1"/>
                </a:fillRef>
                <a:effectRef idx="0">
                  <a:schemeClr val="accent1"/>
                </a:effectRef>
                <a:fontRef idx="minor">
                  <a:schemeClr val="tx1"/>
                </a:fontRef>
              </p:style>
            </p:cxnSp>
            <p:cxnSp>
              <p:nvCxnSpPr>
                <p:cNvPr id="25" name="Straight Arrow Connector 15">
                  <a:extLst>
                    <a:ext uri="{FF2B5EF4-FFF2-40B4-BE49-F238E27FC236}">
                      <a16:creationId xmlns:a16="http://schemas.microsoft.com/office/drawing/2014/main" id="{AAF5D0D6-47CF-48BF-869D-4738A059CA21}"/>
                    </a:ext>
                    <a:ext uri="{C183D7F6-B498-43B3-948B-1728B52AA6E4}">
                      <adec:decorative xmlns:adec="http://schemas.microsoft.com/office/drawing/2017/decorative" val="1"/>
                    </a:ext>
                  </a:extLst>
                </p:cNvPr>
                <p:cNvCxnSpPr>
                  <a:cxnSpLocks/>
                  <a:stCxn id="12" idx="3"/>
                  <a:endCxn id="13" idx="1"/>
                </p:cNvCxnSpPr>
                <p:nvPr/>
              </p:nvCxnSpPr>
              <p:spPr>
                <a:xfrm>
                  <a:off x="7440901" y="2812867"/>
                  <a:ext cx="592603" cy="392870"/>
                </a:xfrm>
                <a:prstGeom prst="bentConnector3">
                  <a:avLst>
                    <a:gd name="adj1" fmla="val 50000"/>
                  </a:avLst>
                </a:prstGeom>
                <a:ln w="38100">
                  <a:solidFill>
                    <a:srgbClr val="8DC8E8"/>
                  </a:solidFill>
                  <a:headEnd type="none"/>
                  <a:tailEnd type="triangle" w="med" len="sm"/>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80D3C2B-97EC-4C00-9391-29ED9BB48838}"/>
                    </a:ext>
                    <a:ext uri="{C183D7F6-B498-43B3-948B-1728B52AA6E4}">
                      <adec:decorative xmlns:adec="http://schemas.microsoft.com/office/drawing/2017/decorative" val="1"/>
                    </a:ext>
                  </a:extLst>
                </p:cNvPr>
                <p:cNvCxnSpPr>
                  <a:cxnSpLocks/>
                  <a:stCxn id="10" idx="3"/>
                  <a:endCxn id="12" idx="1"/>
                </p:cNvCxnSpPr>
                <p:nvPr/>
              </p:nvCxnSpPr>
              <p:spPr>
                <a:xfrm flipV="1">
                  <a:off x="6271700" y="2812867"/>
                  <a:ext cx="336339" cy="1"/>
                </a:xfrm>
                <a:prstGeom prst="straightConnector1">
                  <a:avLst/>
                </a:prstGeom>
                <a:ln w="38100">
                  <a:solidFill>
                    <a:srgbClr val="8DC8E8"/>
                  </a:solidFill>
                  <a:headEnd type="none"/>
                  <a:tailEnd type="triangle" w="med"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24EE032-7DB7-451C-A344-4DA5D5FD5B04}"/>
                    </a:ext>
                    <a:ext uri="{C183D7F6-B498-43B3-948B-1728B52AA6E4}">
                      <adec:decorative xmlns:adec="http://schemas.microsoft.com/office/drawing/2017/decorative" val="1"/>
                    </a:ext>
                  </a:extLst>
                </p:cNvPr>
                <p:cNvCxnSpPr>
                  <a:stCxn id="4" idx="3"/>
                  <a:endCxn id="8" idx="1"/>
                </p:cNvCxnSpPr>
                <p:nvPr/>
              </p:nvCxnSpPr>
              <p:spPr>
                <a:xfrm>
                  <a:off x="2628186" y="3161571"/>
                  <a:ext cx="497470" cy="5604"/>
                </a:xfrm>
                <a:prstGeom prst="straightConnector1">
                  <a:avLst/>
                </a:prstGeom>
                <a:ln w="57150">
                  <a:solidFill>
                    <a:srgbClr val="8DC8E8"/>
                  </a:solidFill>
                  <a:headEnd type="none"/>
                  <a:tailEnd type="triangle" w="med" len="sm"/>
                </a:ln>
              </p:spPr>
              <p:style>
                <a:lnRef idx="1">
                  <a:schemeClr val="accent1"/>
                </a:lnRef>
                <a:fillRef idx="0">
                  <a:schemeClr val="accent1"/>
                </a:fillRef>
                <a:effectRef idx="0">
                  <a:schemeClr val="accent1"/>
                </a:effectRef>
                <a:fontRef idx="minor">
                  <a:schemeClr val="tx1"/>
                </a:fontRef>
              </p:style>
            </p:cxnSp>
            <p:pic>
              <p:nvPicPr>
                <p:cNvPr id="35" name="Graphic 34">
                  <a:extLst>
                    <a:ext uri="{FF2B5EF4-FFF2-40B4-BE49-F238E27FC236}">
                      <a16:creationId xmlns:a16="http://schemas.microsoft.com/office/drawing/2014/main" id="{71D8909C-C396-482F-96EA-CD4C29F69AD3}"/>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04157" y="2584780"/>
                  <a:ext cx="1251234" cy="1251234"/>
                </a:xfrm>
                <a:prstGeom prst="rect">
                  <a:avLst/>
                </a:prstGeom>
              </p:spPr>
            </p:pic>
            <p:cxnSp>
              <p:nvCxnSpPr>
                <p:cNvPr id="36" name="Straight Arrow Connector 35">
                  <a:extLst>
                    <a:ext uri="{FF2B5EF4-FFF2-40B4-BE49-F238E27FC236}">
                      <a16:creationId xmlns:a16="http://schemas.microsoft.com/office/drawing/2014/main" id="{A4D79E50-86F3-4724-9C0D-20B50FD48B9F}"/>
                    </a:ext>
                    <a:ext uri="{C183D7F6-B498-43B3-948B-1728B52AA6E4}">
                      <adec:decorative xmlns:adec="http://schemas.microsoft.com/office/drawing/2017/decorative" val="1"/>
                    </a:ext>
                  </a:extLst>
                </p:cNvPr>
                <p:cNvCxnSpPr>
                  <a:cxnSpLocks/>
                  <a:stCxn id="13" idx="3"/>
                  <a:endCxn id="35" idx="1"/>
                </p:cNvCxnSpPr>
                <p:nvPr/>
              </p:nvCxnSpPr>
              <p:spPr>
                <a:xfrm>
                  <a:off x="8866366" y="3205737"/>
                  <a:ext cx="437791" cy="4660"/>
                </a:xfrm>
                <a:prstGeom prst="straightConnector1">
                  <a:avLst/>
                </a:prstGeom>
                <a:ln w="57150">
                  <a:solidFill>
                    <a:srgbClr val="8DC8E8"/>
                  </a:solidFill>
                  <a:headEnd type="none"/>
                  <a:tailEnd type="triangle" w="med" len="sm"/>
                </a:ln>
              </p:spPr>
              <p:style>
                <a:lnRef idx="1">
                  <a:schemeClr val="accent1"/>
                </a:lnRef>
                <a:fillRef idx="0">
                  <a:schemeClr val="accent1"/>
                </a:fillRef>
                <a:effectRef idx="0">
                  <a:schemeClr val="accent1"/>
                </a:effectRef>
                <a:fontRef idx="minor">
                  <a:schemeClr val="tx1"/>
                </a:fontRef>
              </p:style>
            </p:cxnSp>
            <p:pic>
              <p:nvPicPr>
                <p:cNvPr id="42" name="Graphic 41">
                  <a:extLst>
                    <a:ext uri="{FF2B5EF4-FFF2-40B4-BE49-F238E27FC236}">
                      <a16:creationId xmlns:a16="http://schemas.microsoft.com/office/drawing/2014/main" id="{27912BC1-80D7-4C3A-B758-F59E166329A3}"/>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52809" y="2916440"/>
                  <a:ext cx="517383" cy="517383"/>
                </a:xfrm>
                <a:prstGeom prst="rect">
                  <a:avLst/>
                </a:prstGeom>
              </p:spPr>
            </p:pic>
            <p:pic>
              <p:nvPicPr>
                <p:cNvPr id="43" name="Graphic 42">
                  <a:extLst>
                    <a:ext uri="{FF2B5EF4-FFF2-40B4-BE49-F238E27FC236}">
                      <a16:creationId xmlns:a16="http://schemas.microsoft.com/office/drawing/2014/main" id="{9EA819CE-25C6-4AD7-9A48-1E1C88FE1598}"/>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39995" y="2916440"/>
                  <a:ext cx="517383" cy="517383"/>
                </a:xfrm>
                <a:prstGeom prst="rect">
                  <a:avLst/>
                </a:prstGeom>
              </p:spPr>
            </p:pic>
            <p:pic>
              <p:nvPicPr>
                <p:cNvPr id="44" name="Graphic 43">
                  <a:extLst>
                    <a:ext uri="{FF2B5EF4-FFF2-40B4-BE49-F238E27FC236}">
                      <a16:creationId xmlns:a16="http://schemas.microsoft.com/office/drawing/2014/main" id="{36769340-0F2F-4459-9610-A699AD5DB3CA}"/>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93674" y="2554174"/>
                  <a:ext cx="517383" cy="517383"/>
                </a:xfrm>
                <a:prstGeom prst="rect">
                  <a:avLst/>
                </a:prstGeom>
              </p:spPr>
            </p:pic>
            <p:sp>
              <p:nvSpPr>
                <p:cNvPr id="12" name="Rectangle 11">
                  <a:extLst>
                    <a:ext uri="{FF2B5EF4-FFF2-40B4-BE49-F238E27FC236}">
                      <a16:creationId xmlns:a16="http://schemas.microsoft.com/office/drawing/2014/main" id="{B9EB8D85-AAD9-47E4-B918-C214ABF4C22C}"/>
                    </a:ext>
                    <a:ext uri="{C183D7F6-B498-43B3-948B-1728B52AA6E4}">
                      <adec:decorative xmlns:adec="http://schemas.microsoft.com/office/drawing/2017/decorative" val="1"/>
                    </a:ext>
                  </a:extLst>
                </p:cNvPr>
                <p:cNvSpPr/>
                <p:nvPr/>
              </p:nvSpPr>
              <p:spPr bwMode="auto">
                <a:xfrm>
                  <a:off x="6608039" y="2584780"/>
                  <a:ext cx="832862" cy="456173"/>
                </a:xfrm>
                <a:prstGeom prst="rect">
                  <a:avLst/>
                </a:prstGeom>
                <a:solidFill>
                  <a:schemeClr val="bg1"/>
                </a:solidFill>
                <a:ln w="28575">
                  <a:solidFill>
                    <a:srgbClr val="8DC8E8"/>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12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5" name="Graphic 44">
                  <a:extLst>
                    <a:ext uri="{FF2B5EF4-FFF2-40B4-BE49-F238E27FC236}">
                      <a16:creationId xmlns:a16="http://schemas.microsoft.com/office/drawing/2014/main" id="{C5C3E5A4-0EEF-41AC-8061-EA44A69DFD0A}"/>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65778" y="2554174"/>
                  <a:ext cx="517383" cy="517383"/>
                </a:xfrm>
                <a:prstGeom prst="rect">
                  <a:avLst/>
                </a:prstGeom>
              </p:spPr>
            </p:pic>
            <p:pic>
              <p:nvPicPr>
                <p:cNvPr id="46" name="Graphic 45">
                  <a:extLst>
                    <a:ext uri="{FF2B5EF4-FFF2-40B4-BE49-F238E27FC236}">
                      <a16:creationId xmlns:a16="http://schemas.microsoft.com/office/drawing/2014/main" id="{183CEF5C-A643-439E-8E08-389CC51244B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1830" y="2939087"/>
                  <a:ext cx="517383" cy="517383"/>
                </a:xfrm>
                <a:prstGeom prst="rect">
                  <a:avLst/>
                </a:prstGeom>
              </p:spPr>
            </p:pic>
            <p:pic>
              <p:nvPicPr>
                <p:cNvPr id="47" name="Graphic 46">
                  <a:extLst>
                    <a:ext uri="{FF2B5EF4-FFF2-40B4-BE49-F238E27FC236}">
                      <a16:creationId xmlns:a16="http://schemas.microsoft.com/office/drawing/2014/main" id="{D80EE767-E205-4B14-9682-C3E718E535F6}"/>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9789" y="3178383"/>
                  <a:ext cx="517383" cy="517383"/>
                </a:xfrm>
                <a:prstGeom prst="rect">
                  <a:avLst/>
                </a:prstGeom>
              </p:spPr>
            </p:pic>
            <p:sp>
              <p:nvSpPr>
                <p:cNvPr id="50" name="TextBox 49">
                  <a:extLst>
                    <a:ext uri="{FF2B5EF4-FFF2-40B4-BE49-F238E27FC236}">
                      <a16:creationId xmlns:a16="http://schemas.microsoft.com/office/drawing/2014/main" id="{B4E6E271-8A11-40CD-A5B2-1A6295A4B0D2}"/>
                    </a:ext>
                  </a:extLst>
                </p:cNvPr>
                <p:cNvSpPr txBox="1"/>
                <p:nvPr/>
              </p:nvSpPr>
              <p:spPr>
                <a:xfrm>
                  <a:off x="1190972" y="2311223"/>
                  <a:ext cx="1956673" cy="702790"/>
                </a:xfrm>
                <a:prstGeom prst="rect">
                  <a:avLst/>
                </a:prstGeom>
                <a:noFill/>
              </p:spPr>
              <p:txBody>
                <a:bodyPr wrap="square" lIns="182880" tIns="146304" rIns="182880" bIns="146304" rtlCol="0">
                  <a:spAutoFit/>
                </a:bodyPr>
                <a:lstStyle/>
                <a:p>
                  <a:pPr>
                    <a:lnSpc>
                      <a:spcPct val="90000"/>
                    </a:lnSpc>
                    <a:spcAft>
                      <a:spcPts val="600"/>
                    </a:spcAft>
                  </a:pPr>
                  <a:r>
                    <a:rPr lang="en-US" sz="1200" dirty="0">
                      <a:solidFill>
                        <a:schemeClr val="bg1"/>
                      </a:solidFill>
                    </a:rPr>
                    <a:t>Dataset</a:t>
                  </a:r>
                </a:p>
              </p:txBody>
            </p:sp>
            <p:sp>
              <p:nvSpPr>
                <p:cNvPr id="49" name="TextBox 48">
                  <a:extLst>
                    <a:ext uri="{FF2B5EF4-FFF2-40B4-BE49-F238E27FC236}">
                      <a16:creationId xmlns:a16="http://schemas.microsoft.com/office/drawing/2014/main" id="{784F8200-11A1-464E-9DE0-FF6AEA169C43}"/>
                    </a:ext>
                  </a:extLst>
                </p:cNvPr>
                <p:cNvSpPr txBox="1"/>
                <p:nvPr/>
              </p:nvSpPr>
              <p:spPr>
                <a:xfrm>
                  <a:off x="3294268" y="2380214"/>
                  <a:ext cx="1484645" cy="702790"/>
                </a:xfrm>
                <a:prstGeom prst="rect">
                  <a:avLst/>
                </a:prstGeom>
                <a:noFill/>
              </p:spPr>
              <p:txBody>
                <a:bodyPr wrap="none" lIns="182880" tIns="146304" rIns="182880" bIns="146304" rtlCol="0">
                  <a:spAutoFit/>
                </a:bodyPr>
                <a:lstStyle/>
                <a:p>
                  <a:pPr>
                    <a:lnSpc>
                      <a:spcPct val="90000"/>
                    </a:lnSpc>
                    <a:spcAft>
                      <a:spcPts val="600"/>
                    </a:spcAft>
                  </a:pPr>
                  <a:r>
                    <a:rPr lang="en-US" sz="1200" dirty="0">
                      <a:solidFill>
                        <a:schemeClr val="bg1"/>
                      </a:solidFill>
                    </a:rPr>
                    <a:t>Activities</a:t>
                  </a:r>
                </a:p>
              </p:txBody>
            </p:sp>
            <p:sp>
              <p:nvSpPr>
                <p:cNvPr id="51" name="TextBox 50">
                  <a:extLst>
                    <a:ext uri="{FF2B5EF4-FFF2-40B4-BE49-F238E27FC236}">
                      <a16:creationId xmlns:a16="http://schemas.microsoft.com/office/drawing/2014/main" id="{70C27663-24C0-4C23-8366-ED2804934F63}"/>
                    </a:ext>
                  </a:extLst>
                </p:cNvPr>
                <p:cNvSpPr txBox="1"/>
                <p:nvPr/>
              </p:nvSpPr>
              <p:spPr>
                <a:xfrm>
                  <a:off x="9217845" y="2338224"/>
                  <a:ext cx="1997030" cy="702790"/>
                </a:xfrm>
                <a:prstGeom prst="rect">
                  <a:avLst/>
                </a:prstGeom>
                <a:noFill/>
              </p:spPr>
              <p:txBody>
                <a:bodyPr wrap="square" lIns="182880" tIns="146304" rIns="182880" bIns="146304" rtlCol="0">
                  <a:spAutoFit/>
                </a:bodyPr>
                <a:lstStyle/>
                <a:p>
                  <a:pPr>
                    <a:lnSpc>
                      <a:spcPct val="90000"/>
                    </a:lnSpc>
                    <a:spcAft>
                      <a:spcPts val="600"/>
                    </a:spcAft>
                  </a:pPr>
                  <a:r>
                    <a:rPr lang="en-US" sz="1200" dirty="0">
                      <a:solidFill>
                        <a:schemeClr val="bg1"/>
                      </a:solidFill>
                    </a:rPr>
                    <a:t>Dataset</a:t>
                  </a:r>
                </a:p>
              </p:txBody>
            </p:sp>
            <p:cxnSp>
              <p:nvCxnSpPr>
                <p:cNvPr id="72" name="Straight Arrow Connector 71">
                  <a:extLst>
                    <a:ext uri="{FF2B5EF4-FFF2-40B4-BE49-F238E27FC236}">
                      <a16:creationId xmlns:a16="http://schemas.microsoft.com/office/drawing/2014/main" id="{65666820-7788-4535-B5DB-119AB16CBE20}"/>
                    </a:ext>
                    <a:ext uri="{C183D7F6-B498-43B3-948B-1728B52AA6E4}">
                      <adec:decorative xmlns:adec="http://schemas.microsoft.com/office/drawing/2017/decorative" val="1"/>
                    </a:ext>
                  </a:extLst>
                </p:cNvPr>
                <p:cNvCxnSpPr>
                  <a:cxnSpLocks/>
                  <a:stCxn id="4" idx="2"/>
                  <a:endCxn id="70" idx="0"/>
                </p:cNvCxnSpPr>
                <p:nvPr/>
              </p:nvCxnSpPr>
              <p:spPr>
                <a:xfrm>
                  <a:off x="2002568" y="3787188"/>
                  <a:ext cx="0" cy="947016"/>
                </a:xfrm>
                <a:prstGeom prst="straightConnector1">
                  <a:avLst/>
                </a:prstGeom>
                <a:ln w="38100">
                  <a:solidFill>
                    <a:srgbClr val="8DC8E8"/>
                  </a:solidFill>
                  <a:prstDash val="sysDot"/>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8EA2918F-ED16-4798-991B-63C77AA7CBD5}"/>
                    </a:ext>
                    <a:ext uri="{C183D7F6-B498-43B3-948B-1728B52AA6E4}">
                      <adec:decorative xmlns:adec="http://schemas.microsoft.com/office/drawing/2017/decorative" val="1"/>
                    </a:ext>
                  </a:extLst>
                </p:cNvPr>
                <p:cNvCxnSpPr>
                  <a:cxnSpLocks/>
                  <a:stCxn id="43" idx="2"/>
                  <a:endCxn id="28" idx="0"/>
                </p:cNvCxnSpPr>
                <p:nvPr/>
              </p:nvCxnSpPr>
              <p:spPr>
                <a:xfrm>
                  <a:off x="4698687" y="3433823"/>
                  <a:ext cx="13633" cy="1282331"/>
                </a:xfrm>
                <a:prstGeom prst="straightConnector1">
                  <a:avLst/>
                </a:prstGeom>
                <a:ln w="38100">
                  <a:solidFill>
                    <a:srgbClr val="8DC8E8"/>
                  </a:solidFill>
                  <a:prstDash val="sysDot"/>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F6AB01F2-BA37-413C-904A-A810B9134ECC}"/>
                    </a:ext>
                    <a:ext uri="{C183D7F6-B498-43B3-948B-1728B52AA6E4}">
                      <adec:decorative xmlns:adec="http://schemas.microsoft.com/office/drawing/2017/decorative" val="1"/>
                    </a:ext>
                  </a:extLst>
                </p:cNvPr>
                <p:cNvCxnSpPr>
                  <a:cxnSpLocks/>
                  <a:stCxn id="47" idx="2"/>
                </p:cNvCxnSpPr>
                <p:nvPr/>
              </p:nvCxnSpPr>
              <p:spPr>
                <a:xfrm flipH="1">
                  <a:off x="5848480" y="3695766"/>
                  <a:ext cx="1" cy="1237404"/>
                </a:xfrm>
                <a:prstGeom prst="straightConnector1">
                  <a:avLst/>
                </a:prstGeom>
                <a:ln w="38100">
                  <a:solidFill>
                    <a:srgbClr val="8DC8E8"/>
                  </a:solidFill>
                  <a:prstDash val="sysDot"/>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CC5FC134-D121-4472-8C60-AEEC199E260A}"/>
                    </a:ext>
                    <a:ext uri="{C183D7F6-B498-43B3-948B-1728B52AA6E4}">
                      <adec:decorative xmlns:adec="http://schemas.microsoft.com/office/drawing/2017/decorative" val="1"/>
                    </a:ext>
                  </a:extLst>
                </p:cNvPr>
                <p:cNvCxnSpPr>
                  <a:cxnSpLocks/>
                  <a:stCxn id="45" idx="2"/>
                  <a:endCxn id="55" idx="0"/>
                </p:cNvCxnSpPr>
                <p:nvPr/>
              </p:nvCxnSpPr>
              <p:spPr>
                <a:xfrm>
                  <a:off x="7024470" y="3071557"/>
                  <a:ext cx="13019" cy="1677208"/>
                </a:xfrm>
                <a:prstGeom prst="straightConnector1">
                  <a:avLst/>
                </a:prstGeom>
                <a:ln w="38100">
                  <a:solidFill>
                    <a:srgbClr val="8DC8E8"/>
                  </a:solidFill>
                  <a:prstDash val="sysDot"/>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E105E9B4-0EEB-45E8-8637-35012EC54158}"/>
                    </a:ext>
                    <a:ext uri="{C183D7F6-B498-43B3-948B-1728B52AA6E4}">
                      <adec:decorative xmlns:adec="http://schemas.microsoft.com/office/drawing/2017/decorative" val="1"/>
                    </a:ext>
                  </a:extLst>
                </p:cNvPr>
                <p:cNvCxnSpPr>
                  <a:cxnSpLocks/>
                </p:cNvCxnSpPr>
                <p:nvPr/>
              </p:nvCxnSpPr>
              <p:spPr>
                <a:xfrm flipH="1" flipV="1">
                  <a:off x="9929774" y="3683614"/>
                  <a:ext cx="9129" cy="864488"/>
                </a:xfrm>
                <a:prstGeom prst="straightConnector1">
                  <a:avLst/>
                </a:prstGeom>
                <a:ln w="38100">
                  <a:solidFill>
                    <a:srgbClr val="8DC8E8"/>
                  </a:solidFill>
                  <a:prstDash val="sysDot"/>
                  <a:headEnd type="triangle" w="med" len="sm"/>
                  <a:tailEnd type="none" w="med" len="med"/>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F7B6D775-7A6B-48A4-B057-597BD8C8D516}"/>
                    </a:ext>
                  </a:extLst>
                </p:cNvPr>
                <p:cNvSpPr txBox="1"/>
                <p:nvPr/>
              </p:nvSpPr>
              <p:spPr>
                <a:xfrm>
                  <a:off x="882489" y="5244551"/>
                  <a:ext cx="2241754" cy="747840"/>
                </a:xfrm>
                <a:prstGeom prst="rect">
                  <a:avLst/>
                </a:prstGeom>
                <a:noFill/>
              </p:spPr>
              <p:txBody>
                <a:bodyPr wrap="none" lIns="182880" tIns="146304" rIns="182880" bIns="146304" rtlCol="0">
                  <a:spAutoFit/>
                </a:bodyPr>
                <a:lstStyle/>
                <a:p>
                  <a:pPr>
                    <a:lnSpc>
                      <a:spcPct val="90000"/>
                    </a:lnSpc>
                    <a:spcAft>
                      <a:spcPts val="600"/>
                    </a:spcAft>
                  </a:pPr>
                  <a:r>
                    <a:rPr lang="en-US" sz="1200" dirty="0">
                      <a:gradFill>
                        <a:gsLst>
                          <a:gs pos="2917">
                            <a:schemeClr val="tx1"/>
                          </a:gs>
                          <a:gs pos="30000">
                            <a:schemeClr val="tx1"/>
                          </a:gs>
                        </a:gsLst>
                        <a:lin ang="5400000" scaled="0"/>
                      </a:gradFill>
                    </a:rPr>
                    <a:t>Linked services</a:t>
                  </a:r>
                </a:p>
              </p:txBody>
            </p:sp>
            <p:pic>
              <p:nvPicPr>
                <p:cNvPr id="3" name="Picture 2">
                  <a:extLst>
                    <a:ext uri="{FF2B5EF4-FFF2-40B4-BE49-F238E27FC236}">
                      <a16:creationId xmlns:a16="http://schemas.microsoft.com/office/drawing/2014/main" id="{E9B4254A-2D29-4B10-8975-D5D93F18AB98}"/>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687618" y="4700502"/>
                  <a:ext cx="502570" cy="573568"/>
                </a:xfrm>
                <a:prstGeom prst="rect">
                  <a:avLst/>
                </a:prstGeom>
              </p:spPr>
            </p:pic>
            <p:cxnSp>
              <p:nvCxnSpPr>
                <p:cNvPr id="76" name="Straight Arrow Connector 75">
                  <a:extLst>
                    <a:ext uri="{FF2B5EF4-FFF2-40B4-BE49-F238E27FC236}">
                      <a16:creationId xmlns:a16="http://schemas.microsoft.com/office/drawing/2014/main" id="{6330BB92-6D67-49B9-832A-1DBB57BD15B5}"/>
                    </a:ext>
                    <a:ext uri="{C183D7F6-B498-43B3-948B-1728B52AA6E4}">
                      <adec:decorative xmlns:adec="http://schemas.microsoft.com/office/drawing/2017/decorative" val="1"/>
                    </a:ext>
                  </a:extLst>
                </p:cNvPr>
                <p:cNvCxnSpPr>
                  <a:cxnSpLocks/>
                </p:cNvCxnSpPr>
                <p:nvPr/>
              </p:nvCxnSpPr>
              <p:spPr>
                <a:xfrm flipH="1">
                  <a:off x="8471902" y="3456470"/>
                  <a:ext cx="8620" cy="1295206"/>
                </a:xfrm>
                <a:prstGeom prst="straightConnector1">
                  <a:avLst/>
                </a:prstGeom>
                <a:ln w="38100">
                  <a:solidFill>
                    <a:srgbClr val="8DC8E8"/>
                  </a:solidFill>
                  <a:prstDash val="sysDot"/>
                  <a:headEnd type="triangle" w="med" len="sm"/>
                  <a:tailEnd type="triangle" w="med" len="sm"/>
                </a:ln>
              </p:spPr>
              <p:style>
                <a:lnRef idx="1">
                  <a:schemeClr val="accent1"/>
                </a:lnRef>
                <a:fillRef idx="0">
                  <a:schemeClr val="accent1"/>
                </a:fillRef>
                <a:effectRef idx="0">
                  <a:schemeClr val="accent1"/>
                </a:effectRef>
                <a:fontRef idx="minor">
                  <a:schemeClr val="tx1"/>
                </a:fontRef>
              </p:style>
            </p:cxnSp>
            <p:pic>
              <p:nvPicPr>
                <p:cNvPr id="21" name="Graphic 20">
                  <a:extLst>
                    <a:ext uri="{FF2B5EF4-FFF2-40B4-BE49-F238E27FC236}">
                      <a16:creationId xmlns:a16="http://schemas.microsoft.com/office/drawing/2014/main" id="{B90D9B74-28BC-4D1A-A848-211BEC3A1095}"/>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75471" y="4751676"/>
                  <a:ext cx="592862" cy="592862"/>
                </a:xfrm>
                <a:prstGeom prst="rect">
                  <a:avLst/>
                </a:prstGeom>
              </p:spPr>
            </p:pic>
            <p:pic>
              <p:nvPicPr>
                <p:cNvPr id="55" name="Picture 54">
                  <a:extLst>
                    <a:ext uri="{FF2B5EF4-FFF2-40B4-BE49-F238E27FC236}">
                      <a16:creationId xmlns:a16="http://schemas.microsoft.com/office/drawing/2014/main" id="{064E16DA-866C-4581-AEAE-A1175F1339E5}"/>
                    </a:ex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6765778" y="4748765"/>
                  <a:ext cx="543422" cy="531128"/>
                </a:xfrm>
                <a:prstGeom prst="rect">
                  <a:avLst/>
                </a:prstGeom>
              </p:spPr>
            </p:pic>
            <p:pic>
              <p:nvPicPr>
                <p:cNvPr id="6" name="Graphic 5">
                  <a:extLst>
                    <a:ext uri="{FF2B5EF4-FFF2-40B4-BE49-F238E27FC236}">
                      <a16:creationId xmlns:a16="http://schemas.microsoft.com/office/drawing/2014/main" id="{0D1138F1-205B-467D-96A7-A876402F2D55}"/>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529905" y="4737989"/>
                  <a:ext cx="650727" cy="650727"/>
                </a:xfrm>
                <a:prstGeom prst="rect">
                  <a:avLst/>
                </a:prstGeom>
              </p:spPr>
            </p:pic>
            <p:pic>
              <p:nvPicPr>
                <p:cNvPr id="28" name="Graphic 27">
                  <a:extLst>
                    <a:ext uri="{FF2B5EF4-FFF2-40B4-BE49-F238E27FC236}">
                      <a16:creationId xmlns:a16="http://schemas.microsoft.com/office/drawing/2014/main" id="{9DF796B9-BD78-4C30-B9E8-DD998A2A84DF}"/>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398388" y="4716154"/>
                  <a:ext cx="627864" cy="627864"/>
                </a:xfrm>
                <a:prstGeom prst="rect">
                  <a:avLst/>
                </a:prstGeom>
              </p:spPr>
            </p:pic>
            <p:pic>
              <p:nvPicPr>
                <p:cNvPr id="70" name="Graphic 69">
                  <a:extLst>
                    <a:ext uri="{FF2B5EF4-FFF2-40B4-BE49-F238E27FC236}">
                      <a16:creationId xmlns:a16="http://schemas.microsoft.com/office/drawing/2014/main" id="{EDE53767-E3A8-4A2C-997D-4EAE4EFDC4AB}"/>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06261" y="4734204"/>
                  <a:ext cx="592616" cy="592616"/>
                </a:xfrm>
                <a:prstGeom prst="rect">
                  <a:avLst/>
                </a:prstGeom>
              </p:spPr>
            </p:pic>
            <p:sp>
              <p:nvSpPr>
                <p:cNvPr id="18" name="TextBox 17">
                  <a:extLst>
                    <a:ext uri="{FF2B5EF4-FFF2-40B4-BE49-F238E27FC236}">
                      <a16:creationId xmlns:a16="http://schemas.microsoft.com/office/drawing/2014/main" id="{F93616F1-5A57-AD03-8480-220A2F6EF45A}"/>
                    </a:ext>
                  </a:extLst>
                </p:cNvPr>
                <p:cNvSpPr txBox="1"/>
                <p:nvPr/>
              </p:nvSpPr>
              <p:spPr>
                <a:xfrm>
                  <a:off x="4874079" y="1820029"/>
                  <a:ext cx="1756384" cy="837581"/>
                </a:xfrm>
                <a:prstGeom prst="rect">
                  <a:avLst/>
                </a:prstGeom>
                <a:noFill/>
              </p:spPr>
              <p:txBody>
                <a:bodyPr wrap="none" lIns="182880" tIns="146304" rIns="182880" bIns="146304" rtlCol="0">
                  <a:spAutoFit/>
                </a:bodyPr>
                <a:lstStyle/>
                <a:p>
                  <a:pPr>
                    <a:lnSpc>
                      <a:spcPct val="90000"/>
                    </a:lnSpc>
                    <a:spcAft>
                      <a:spcPts val="600"/>
                    </a:spcAft>
                  </a:pPr>
                  <a:r>
                    <a:rPr lang="en-US" sz="1600" dirty="0"/>
                    <a:t>Pipeline</a:t>
                  </a:r>
                </a:p>
              </p:txBody>
            </p:sp>
          </p:grpSp>
          <p:sp>
            <p:nvSpPr>
              <p:cNvPr id="20" name="Speech Bubble: Rectangle 19">
                <a:extLst>
                  <a:ext uri="{FF2B5EF4-FFF2-40B4-BE49-F238E27FC236}">
                    <a16:creationId xmlns:a16="http://schemas.microsoft.com/office/drawing/2014/main" id="{AA828601-BBE0-59AC-397E-794EECAFD5CE}"/>
                  </a:ext>
                </a:extLst>
              </p:cNvPr>
              <p:cNvSpPr/>
              <p:nvPr/>
            </p:nvSpPr>
            <p:spPr bwMode="auto">
              <a:xfrm>
                <a:off x="6089277" y="1532963"/>
                <a:ext cx="1729156" cy="607210"/>
              </a:xfrm>
              <a:prstGeom prst="wedgeRectCallout">
                <a:avLst>
                  <a:gd name="adj1" fmla="val -5597"/>
                  <a:gd name="adj2" fmla="val 141589"/>
                </a:avLst>
              </a:prstGeom>
              <a:solidFill>
                <a:schemeClr val="bg1"/>
              </a:solidFill>
              <a:ln w="28575">
                <a:solidFill>
                  <a:srgbClr val="8DC8E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 name="TextBox 30">
                <a:extLst>
                  <a:ext uri="{FF2B5EF4-FFF2-40B4-BE49-F238E27FC236}">
                    <a16:creationId xmlns:a16="http://schemas.microsoft.com/office/drawing/2014/main" id="{BE576C35-8D0B-15BB-4CBC-F025B1D854A5}"/>
                  </a:ext>
                </a:extLst>
              </p:cNvPr>
              <p:cNvSpPr txBox="1"/>
              <p:nvPr/>
            </p:nvSpPr>
            <p:spPr>
              <a:xfrm>
                <a:off x="5970226" y="1831944"/>
                <a:ext cx="717184" cy="420115"/>
              </a:xfrm>
              <a:prstGeom prst="rect">
                <a:avLst/>
              </a:prstGeom>
              <a:noFill/>
            </p:spPr>
            <p:txBody>
              <a:bodyPr wrap="none" lIns="182880" tIns="146304" rIns="182880" bIns="146304" rtlCol="0">
                <a:spAutoFit/>
              </a:bodyPr>
              <a:lstStyle/>
              <a:p>
                <a:pPr>
                  <a:lnSpc>
                    <a:spcPct val="90000"/>
                  </a:lnSpc>
                  <a:spcAft>
                    <a:spcPts val="600"/>
                  </a:spcAft>
                </a:pPr>
                <a:r>
                  <a:rPr lang="en-US" sz="900" dirty="0">
                    <a:gradFill>
                      <a:gsLst>
                        <a:gs pos="2917">
                          <a:schemeClr val="tx1"/>
                        </a:gs>
                        <a:gs pos="30000">
                          <a:schemeClr val="tx1"/>
                        </a:gs>
                      </a:gsLst>
                      <a:lin ang="5400000" scaled="0"/>
                    </a:gradFill>
                  </a:rPr>
                  <a:t>Source</a:t>
                </a:r>
              </a:p>
            </p:txBody>
          </p:sp>
          <p:sp>
            <p:nvSpPr>
              <p:cNvPr id="32" name="TextBox 31">
                <a:extLst>
                  <a:ext uri="{FF2B5EF4-FFF2-40B4-BE49-F238E27FC236}">
                    <a16:creationId xmlns:a16="http://schemas.microsoft.com/office/drawing/2014/main" id="{DACD67D8-7957-9214-95F3-605B23E211AD}"/>
                  </a:ext>
                </a:extLst>
              </p:cNvPr>
              <p:cNvSpPr txBox="1"/>
              <p:nvPr/>
            </p:nvSpPr>
            <p:spPr>
              <a:xfrm>
                <a:off x="6432748" y="1836823"/>
                <a:ext cx="1146789" cy="420115"/>
              </a:xfrm>
              <a:prstGeom prst="rect">
                <a:avLst/>
              </a:prstGeom>
              <a:noFill/>
            </p:spPr>
            <p:txBody>
              <a:bodyPr wrap="none" lIns="182880" tIns="146304" rIns="182880" bIns="146304" rtlCol="0">
                <a:spAutoFit/>
              </a:bodyPr>
              <a:lstStyle/>
              <a:p>
                <a:pPr>
                  <a:lnSpc>
                    <a:spcPct val="90000"/>
                  </a:lnSpc>
                  <a:spcAft>
                    <a:spcPts val="600"/>
                  </a:spcAft>
                </a:pPr>
                <a:r>
                  <a:rPr lang="en-US" sz="900" dirty="0">
                    <a:gradFill>
                      <a:gsLst>
                        <a:gs pos="2917">
                          <a:schemeClr val="tx1"/>
                        </a:gs>
                        <a:gs pos="30000">
                          <a:schemeClr val="tx1"/>
                        </a:gs>
                      </a:gsLst>
                      <a:lin ang="5400000" scaled="0"/>
                    </a:gradFill>
                  </a:rPr>
                  <a:t>Transformation</a:t>
                </a:r>
              </a:p>
            </p:txBody>
          </p:sp>
          <p:sp>
            <p:nvSpPr>
              <p:cNvPr id="34" name="TextBox 33">
                <a:extLst>
                  <a:ext uri="{FF2B5EF4-FFF2-40B4-BE49-F238E27FC236}">
                    <a16:creationId xmlns:a16="http://schemas.microsoft.com/office/drawing/2014/main" id="{1E1ABDF0-CE2E-20C0-5C9C-F01C04E33AD6}"/>
                  </a:ext>
                </a:extLst>
              </p:cNvPr>
              <p:cNvSpPr txBox="1"/>
              <p:nvPr/>
            </p:nvSpPr>
            <p:spPr>
              <a:xfrm>
                <a:off x="7402562" y="1842710"/>
                <a:ext cx="604284" cy="420115"/>
              </a:xfrm>
              <a:prstGeom prst="rect">
                <a:avLst/>
              </a:prstGeom>
              <a:noFill/>
            </p:spPr>
            <p:txBody>
              <a:bodyPr wrap="square" lIns="182880" tIns="146304" rIns="182880" bIns="146304" rtlCol="0">
                <a:spAutoFit/>
              </a:bodyPr>
              <a:lstStyle/>
              <a:p>
                <a:pPr>
                  <a:lnSpc>
                    <a:spcPct val="90000"/>
                  </a:lnSpc>
                  <a:spcAft>
                    <a:spcPts val="600"/>
                  </a:spcAft>
                </a:pPr>
                <a:r>
                  <a:rPr lang="en-US" sz="900" dirty="0">
                    <a:gradFill>
                      <a:gsLst>
                        <a:gs pos="2917">
                          <a:schemeClr val="tx1"/>
                        </a:gs>
                        <a:gs pos="30000">
                          <a:schemeClr val="tx1"/>
                        </a:gs>
                      </a:gsLst>
                      <a:lin ang="5400000" scaled="0"/>
                    </a:gradFill>
                  </a:rPr>
                  <a:t>Sink</a:t>
                </a:r>
              </a:p>
            </p:txBody>
          </p:sp>
          <p:cxnSp>
            <p:nvCxnSpPr>
              <p:cNvPr id="38" name="Straight Arrow Connector 37">
                <a:extLst>
                  <a:ext uri="{FF2B5EF4-FFF2-40B4-BE49-F238E27FC236}">
                    <a16:creationId xmlns:a16="http://schemas.microsoft.com/office/drawing/2014/main" id="{3C111524-B2CB-D45B-19AD-5ECBB04725AE}"/>
                  </a:ext>
                </a:extLst>
              </p:cNvPr>
              <p:cNvCxnSpPr/>
              <p:nvPr/>
            </p:nvCxnSpPr>
            <p:spPr>
              <a:xfrm>
                <a:off x="6465173" y="1854191"/>
                <a:ext cx="1106473" cy="0"/>
              </a:xfrm>
              <a:prstGeom prst="straightConnector1">
                <a:avLst/>
              </a:prstGeom>
              <a:ln w="28575">
                <a:solidFill>
                  <a:srgbClr val="8DC8E8"/>
                </a:solidFill>
                <a:headEnd type="none"/>
                <a:tailEnd type="triangle" w="med" len="sm"/>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002B86C5-7FEB-3E40-1707-205DEE728CEC}"/>
                  </a:ext>
                </a:extLst>
              </p:cNvPr>
              <p:cNvGrpSpPr/>
              <p:nvPr/>
            </p:nvGrpSpPr>
            <p:grpSpPr>
              <a:xfrm>
                <a:off x="6272916" y="1773035"/>
                <a:ext cx="1456445" cy="192022"/>
                <a:chOff x="7668094" y="5635555"/>
                <a:chExt cx="2362706" cy="311508"/>
              </a:xfrm>
            </p:grpSpPr>
            <p:pic>
              <p:nvPicPr>
                <p:cNvPr id="24" name="Graphic 23" descr="Shuffle with solid fill">
                  <a:extLst>
                    <a:ext uri="{FF2B5EF4-FFF2-40B4-BE49-F238E27FC236}">
                      <a16:creationId xmlns:a16="http://schemas.microsoft.com/office/drawing/2014/main" id="{C697B20B-5ABE-CD89-8033-CAFA5F9E1DF3}"/>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709819" y="5635557"/>
                  <a:ext cx="311506" cy="311506"/>
                </a:xfrm>
                <a:prstGeom prst="rect">
                  <a:avLst/>
                </a:prstGeom>
              </p:spPr>
            </p:pic>
            <p:sp>
              <p:nvSpPr>
                <p:cNvPr id="26" name="Left Bracket 25">
                  <a:extLst>
                    <a:ext uri="{FF2B5EF4-FFF2-40B4-BE49-F238E27FC236}">
                      <a16:creationId xmlns:a16="http://schemas.microsoft.com/office/drawing/2014/main" id="{646AB34E-3874-399A-4D19-1C981B90B608}"/>
                    </a:ext>
                  </a:extLst>
                </p:cNvPr>
                <p:cNvSpPr/>
                <p:nvPr/>
              </p:nvSpPr>
              <p:spPr>
                <a:xfrm>
                  <a:off x="7668094" y="5635556"/>
                  <a:ext cx="113021" cy="311507"/>
                </a:xfrm>
                <a:prstGeom prst="leftBracket">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Left Bracket 26">
                  <a:extLst>
                    <a:ext uri="{FF2B5EF4-FFF2-40B4-BE49-F238E27FC236}">
                      <a16:creationId xmlns:a16="http://schemas.microsoft.com/office/drawing/2014/main" id="{64F264B7-96D7-5E86-A7A2-9A79F6C060DE}"/>
                    </a:ext>
                  </a:extLst>
                </p:cNvPr>
                <p:cNvSpPr/>
                <p:nvPr/>
              </p:nvSpPr>
              <p:spPr>
                <a:xfrm flipH="1">
                  <a:off x="9917780" y="5635555"/>
                  <a:ext cx="113020" cy="311506"/>
                </a:xfrm>
                <a:prstGeom prst="leftBracket">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9" name="TextBox 38">
                <a:extLst>
                  <a:ext uri="{FF2B5EF4-FFF2-40B4-BE49-F238E27FC236}">
                    <a16:creationId xmlns:a16="http://schemas.microsoft.com/office/drawing/2014/main" id="{52D30CA9-91AD-E6E7-9F15-7B08B3DFF3A9}"/>
                  </a:ext>
                </a:extLst>
              </p:cNvPr>
              <p:cNvSpPr txBox="1"/>
              <p:nvPr/>
            </p:nvSpPr>
            <p:spPr>
              <a:xfrm>
                <a:off x="5940018" y="1405446"/>
                <a:ext cx="1409681" cy="440890"/>
              </a:xfrm>
              <a:prstGeom prst="rect">
                <a:avLst/>
              </a:prstGeom>
              <a:noFill/>
            </p:spPr>
            <p:txBody>
              <a:bodyPr wrap="none" lIns="182880" tIns="146304" rIns="182880" bIns="146304" rtlCol="0">
                <a:spAutoFit/>
              </a:bodyPr>
              <a:lstStyle/>
              <a:p>
                <a:pPr>
                  <a:lnSpc>
                    <a:spcPct val="90000"/>
                  </a:lnSpc>
                  <a:spcAft>
                    <a:spcPts val="600"/>
                  </a:spcAft>
                </a:pPr>
                <a:r>
                  <a:rPr lang="en-US" sz="1050" i="1" dirty="0">
                    <a:gradFill>
                      <a:gsLst>
                        <a:gs pos="2917">
                          <a:schemeClr val="tx1"/>
                        </a:gs>
                        <a:gs pos="30000">
                          <a:schemeClr val="tx1"/>
                        </a:gs>
                      </a:gsLst>
                      <a:lin ang="5400000" scaled="0"/>
                    </a:gradFill>
                  </a:rPr>
                  <a:t>Data Flow </a:t>
                </a:r>
                <a:r>
                  <a:rPr lang="en-US" sz="1050" dirty="0">
                    <a:gradFill>
                      <a:gsLst>
                        <a:gs pos="2917">
                          <a:schemeClr val="tx1"/>
                        </a:gs>
                        <a:gs pos="30000">
                          <a:schemeClr val="tx1"/>
                        </a:gs>
                      </a:gsLst>
                      <a:lin ang="5400000" scaled="0"/>
                    </a:gradFill>
                  </a:rPr>
                  <a:t>activity</a:t>
                </a:r>
              </a:p>
            </p:txBody>
          </p:sp>
        </p:grpSp>
        <p:pic>
          <p:nvPicPr>
            <p:cNvPr id="37" name="Graphic 36" descr="Gears with solid fill">
              <a:extLst>
                <a:ext uri="{FF2B5EF4-FFF2-40B4-BE49-F238E27FC236}">
                  <a16:creationId xmlns:a16="http://schemas.microsoft.com/office/drawing/2014/main" id="{66E9050F-1218-587E-094E-97887CDEDFB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93212" y="4840688"/>
              <a:ext cx="468466" cy="468466"/>
            </a:xfrm>
            <a:prstGeom prst="rect">
              <a:avLst/>
            </a:prstGeom>
          </p:spPr>
        </p:pic>
        <p:sp>
          <p:nvSpPr>
            <p:cNvPr id="41" name="TextBox 40">
              <a:extLst>
                <a:ext uri="{FF2B5EF4-FFF2-40B4-BE49-F238E27FC236}">
                  <a16:creationId xmlns:a16="http://schemas.microsoft.com/office/drawing/2014/main" id="{4DD2EAF5-7786-EA5B-39B4-1F5DB1122DB3}"/>
                </a:ext>
              </a:extLst>
            </p:cNvPr>
            <p:cNvSpPr txBox="1"/>
            <p:nvPr/>
          </p:nvSpPr>
          <p:spPr>
            <a:xfrm>
              <a:off x="7042714" y="4805546"/>
              <a:ext cx="2345642" cy="544765"/>
            </a:xfrm>
            <a:prstGeom prst="rect">
              <a:avLst/>
            </a:prstGeom>
            <a:noFill/>
          </p:spPr>
          <p:txBody>
            <a:bodyPr wrap="none" lIns="182880" tIns="146304" rIns="182880" bIns="146304" rtlCol="0">
              <a:spAutoFit/>
            </a:bodyPr>
            <a:lstStyle/>
            <a:p>
              <a:pPr>
                <a:lnSpc>
                  <a:spcPct val="90000"/>
                </a:lnSpc>
                <a:spcAft>
                  <a:spcPts val="600"/>
                </a:spcAft>
              </a:pPr>
              <a:r>
                <a:rPr lang="en-US" sz="1800" dirty="0">
                  <a:gradFill>
                    <a:gsLst>
                      <a:gs pos="2917">
                        <a:schemeClr val="tx1"/>
                      </a:gs>
                      <a:gs pos="30000">
                        <a:schemeClr val="tx1"/>
                      </a:gs>
                    </a:gsLst>
                    <a:lin ang="5400000" scaled="0"/>
                  </a:gradFill>
                </a:rPr>
                <a:t>Integration runtime</a:t>
              </a:r>
            </a:p>
          </p:txBody>
        </p:sp>
      </p:grpSp>
    </p:spTree>
    <p:extLst>
      <p:ext uri="{BB962C8B-B14F-4D97-AF65-F5344CB8AC3E}">
        <p14:creationId xmlns:p14="http://schemas.microsoft.com/office/powerpoint/2010/main" val="1944972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1E531D-C5DA-453E-BB02-410233C5D561}"/>
              </a:ext>
            </a:extLst>
          </p:cNvPr>
          <p:cNvSpPr>
            <a:spLocks noGrp="1"/>
          </p:cNvSpPr>
          <p:nvPr>
            <p:ph type="title" idx="4294967295"/>
          </p:nvPr>
        </p:nvSpPr>
        <p:spPr>
          <a:xfrm>
            <a:off x="216309" y="-135596"/>
            <a:ext cx="4391025" cy="1325562"/>
          </a:xfrm>
        </p:spPr>
        <p:txBody>
          <a:bodyPr/>
          <a:lstStyle/>
          <a:p>
            <a:r>
              <a:rPr lang="en-US" dirty="0"/>
              <a:t>Linked services</a:t>
            </a:r>
          </a:p>
        </p:txBody>
      </p:sp>
      <p:sp>
        <p:nvSpPr>
          <p:cNvPr id="4" name="Text Placeholder 3">
            <a:extLst>
              <a:ext uri="{FF2B5EF4-FFF2-40B4-BE49-F238E27FC236}">
                <a16:creationId xmlns:a16="http://schemas.microsoft.com/office/drawing/2014/main" id="{C21EFEB7-305C-45F3-BA04-BC45B10F0CFA}"/>
              </a:ext>
            </a:extLst>
          </p:cNvPr>
          <p:cNvSpPr>
            <a:spLocks noGrp="1"/>
          </p:cNvSpPr>
          <p:nvPr>
            <p:ph type="body" sz="quarter" idx="4294967295"/>
          </p:nvPr>
        </p:nvSpPr>
        <p:spPr>
          <a:xfrm>
            <a:off x="7493000" y="131763"/>
            <a:ext cx="4699000" cy="4510087"/>
          </a:xfrm>
        </p:spPr>
        <p:txBody>
          <a:bodyPr/>
          <a:lstStyle/>
          <a:p>
            <a:pPr marL="0" indent="0">
              <a:lnSpc>
                <a:spcPct val="110000"/>
              </a:lnSpc>
              <a:spcBef>
                <a:spcPts val="600"/>
              </a:spcBef>
              <a:spcAft>
                <a:spcPts val="600"/>
              </a:spcAft>
              <a:buNone/>
            </a:pPr>
            <a:r>
              <a:rPr lang="en-US" sz="2800" dirty="0">
                <a:solidFill>
                  <a:schemeClr val="tx2"/>
                </a:solidFill>
                <a:latin typeface="+mj-lt"/>
              </a:rPr>
              <a:t>Overview</a:t>
            </a:r>
          </a:p>
          <a:p>
            <a:pPr marL="0" indent="0">
              <a:lnSpc>
                <a:spcPct val="110000"/>
              </a:lnSpc>
              <a:spcBef>
                <a:spcPts val="600"/>
              </a:spcBef>
              <a:spcAft>
                <a:spcPts val="600"/>
              </a:spcAft>
              <a:buNone/>
            </a:pPr>
            <a:r>
              <a:rPr lang="en-US" sz="1765" dirty="0"/>
              <a:t>Linked services define the connection information needed to connect to external resources.</a:t>
            </a:r>
          </a:p>
          <a:p>
            <a:pPr>
              <a:lnSpc>
                <a:spcPct val="110000"/>
              </a:lnSpc>
              <a:spcBef>
                <a:spcPts val="600"/>
              </a:spcBef>
              <a:spcAft>
                <a:spcPts val="600"/>
              </a:spcAft>
            </a:pPr>
            <a:endParaRPr lang="en-US" sz="1765" dirty="0"/>
          </a:p>
          <a:p>
            <a:pPr marL="0" indent="0">
              <a:lnSpc>
                <a:spcPct val="110000"/>
              </a:lnSpc>
              <a:spcBef>
                <a:spcPts val="600"/>
              </a:spcBef>
              <a:spcAft>
                <a:spcPts val="600"/>
              </a:spcAft>
              <a:buNone/>
            </a:pPr>
            <a:r>
              <a:rPr lang="en-US" sz="2800" dirty="0">
                <a:solidFill>
                  <a:schemeClr val="tx2"/>
                </a:solidFill>
                <a:latin typeface="+mj-lt"/>
              </a:rPr>
              <a:t>Benefits</a:t>
            </a:r>
          </a:p>
          <a:p>
            <a:pPr marL="280121" indent="-280121">
              <a:lnSpc>
                <a:spcPct val="110000"/>
              </a:lnSpc>
              <a:spcBef>
                <a:spcPts val="600"/>
              </a:spcBef>
              <a:spcAft>
                <a:spcPts val="600"/>
              </a:spcAft>
              <a:buFont typeface="Arial" panose="020B0604020202020204" pitchFamily="34" charset="0"/>
              <a:buChar char="•"/>
            </a:pPr>
            <a:r>
              <a:rPr lang="en-US" sz="1765" dirty="0"/>
              <a:t>Offers pre-built 95+ connectors </a:t>
            </a:r>
          </a:p>
          <a:p>
            <a:pPr marL="280121" indent="-280121">
              <a:lnSpc>
                <a:spcPct val="110000"/>
              </a:lnSpc>
              <a:spcBef>
                <a:spcPts val="600"/>
              </a:spcBef>
              <a:spcAft>
                <a:spcPts val="600"/>
              </a:spcAft>
              <a:buFont typeface="Arial" panose="020B0604020202020204" pitchFamily="34" charset="0"/>
              <a:buChar char="•"/>
            </a:pPr>
            <a:r>
              <a:rPr lang="en-US" sz="1765" dirty="0"/>
              <a:t>Easy cross-platform data migration </a:t>
            </a:r>
          </a:p>
          <a:p>
            <a:pPr marL="280121" indent="-280121">
              <a:lnSpc>
                <a:spcPct val="110000"/>
              </a:lnSpc>
              <a:spcBef>
                <a:spcPts val="600"/>
              </a:spcBef>
              <a:spcAft>
                <a:spcPts val="600"/>
              </a:spcAft>
              <a:buFont typeface="Arial" panose="020B0604020202020204" pitchFamily="34" charset="0"/>
              <a:buChar char="•"/>
            </a:pPr>
            <a:r>
              <a:rPr lang="en-US" sz="1765" dirty="0"/>
              <a:t>Represents data store </a:t>
            </a:r>
            <a:r>
              <a:rPr lang="en-US" sz="1765" i="1" dirty="0"/>
              <a:t>or</a:t>
            </a:r>
            <a:r>
              <a:rPr lang="en-US" sz="1765" dirty="0"/>
              <a:t> compute resources</a:t>
            </a:r>
          </a:p>
          <a:p>
            <a:pPr>
              <a:lnSpc>
                <a:spcPct val="110000"/>
              </a:lnSpc>
              <a:spcBef>
                <a:spcPts val="600"/>
              </a:spcBef>
              <a:spcAft>
                <a:spcPts val="600"/>
              </a:spcAft>
            </a:pPr>
            <a:endParaRPr lang="en-US" sz="1765" dirty="0"/>
          </a:p>
          <a:p>
            <a:pPr>
              <a:lnSpc>
                <a:spcPct val="110000"/>
              </a:lnSpc>
              <a:spcBef>
                <a:spcPts val="600"/>
              </a:spcBef>
              <a:spcAft>
                <a:spcPts val="600"/>
              </a:spcAft>
            </a:pPr>
            <a:endParaRPr lang="en-US" sz="1961" dirty="0">
              <a:solidFill>
                <a:schemeClr val="tx2"/>
              </a:solidFill>
              <a:latin typeface="+mj-lt"/>
            </a:endParaRPr>
          </a:p>
        </p:txBody>
      </p:sp>
      <p:pic>
        <p:nvPicPr>
          <p:cNvPr id="6" name="Picture 5">
            <a:extLst>
              <a:ext uri="{FF2B5EF4-FFF2-40B4-BE49-F238E27FC236}">
                <a16:creationId xmlns:a16="http://schemas.microsoft.com/office/drawing/2014/main" id="{0542BDBE-585C-4EF3-AEA2-779E69881C05}"/>
              </a:ext>
            </a:extLst>
          </p:cNvPr>
          <p:cNvPicPr>
            <a:picLocks noChangeAspect="1"/>
          </p:cNvPicPr>
          <p:nvPr/>
        </p:nvPicPr>
        <p:blipFill>
          <a:blip r:embed="rId2"/>
          <a:stretch>
            <a:fillRect/>
          </a:stretch>
        </p:blipFill>
        <p:spPr>
          <a:xfrm>
            <a:off x="490824" y="1089602"/>
            <a:ext cx="6635943" cy="3088013"/>
          </a:xfrm>
          <a:prstGeom prst="rect">
            <a:avLst/>
          </a:prstGeom>
        </p:spPr>
      </p:pic>
      <p:pic>
        <p:nvPicPr>
          <p:cNvPr id="7" name="Picture 6">
            <a:extLst>
              <a:ext uri="{FF2B5EF4-FFF2-40B4-BE49-F238E27FC236}">
                <a16:creationId xmlns:a16="http://schemas.microsoft.com/office/drawing/2014/main" id="{5F208C84-C5BF-4E54-BB4D-6B7D00FCF9D6}"/>
              </a:ext>
            </a:extLst>
          </p:cNvPr>
          <p:cNvPicPr>
            <a:picLocks noChangeAspect="1"/>
          </p:cNvPicPr>
          <p:nvPr/>
        </p:nvPicPr>
        <p:blipFill>
          <a:blip r:embed="rId3"/>
          <a:stretch>
            <a:fillRect/>
          </a:stretch>
        </p:blipFill>
        <p:spPr>
          <a:xfrm>
            <a:off x="3836638" y="3162231"/>
            <a:ext cx="2961262" cy="3673323"/>
          </a:xfrm>
          <a:prstGeom prst="rect">
            <a:avLst/>
          </a:prstGeom>
          <a:ln>
            <a:solidFill>
              <a:schemeClr val="bg2">
                <a:lumMod val="50000"/>
              </a:schemeClr>
            </a:solidFill>
          </a:ln>
        </p:spPr>
      </p:pic>
      <p:sp>
        <p:nvSpPr>
          <p:cNvPr id="8" name="Rectangle 7">
            <a:extLst>
              <a:ext uri="{FF2B5EF4-FFF2-40B4-BE49-F238E27FC236}">
                <a16:creationId xmlns:a16="http://schemas.microsoft.com/office/drawing/2014/main" id="{F6FACEE6-A5CC-4CDA-8E27-BFA20E84EFD5}"/>
              </a:ext>
            </a:extLst>
          </p:cNvPr>
          <p:cNvSpPr/>
          <p:nvPr/>
        </p:nvSpPr>
        <p:spPr bwMode="auto">
          <a:xfrm>
            <a:off x="837361" y="1830941"/>
            <a:ext cx="1086772" cy="217380"/>
          </a:xfrm>
          <a:prstGeom prst="rect">
            <a:avLst/>
          </a:prstGeom>
          <a:noFill/>
          <a:ln w="28575">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1C155013-4219-43D6-818D-B6F6767B5EC6}"/>
              </a:ext>
            </a:extLst>
          </p:cNvPr>
          <p:cNvSpPr/>
          <p:nvPr/>
        </p:nvSpPr>
        <p:spPr bwMode="auto">
          <a:xfrm>
            <a:off x="2318254" y="2075396"/>
            <a:ext cx="597075" cy="244785"/>
          </a:xfrm>
          <a:prstGeom prst="rect">
            <a:avLst/>
          </a:prstGeom>
          <a:noFill/>
          <a:ln w="28575">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cxnSp>
        <p:nvCxnSpPr>
          <p:cNvPr id="10" name="Connector: Elbow 9">
            <a:extLst>
              <a:ext uri="{FF2B5EF4-FFF2-40B4-BE49-F238E27FC236}">
                <a16:creationId xmlns:a16="http://schemas.microsoft.com/office/drawing/2014/main" id="{85BE7839-A977-4551-8FB0-1C5912505218}"/>
              </a:ext>
            </a:extLst>
          </p:cNvPr>
          <p:cNvCxnSpPr>
            <a:cxnSpLocks/>
            <a:stCxn id="9" idx="3"/>
            <a:endCxn id="7" idx="0"/>
          </p:cNvCxnSpPr>
          <p:nvPr/>
        </p:nvCxnSpPr>
        <p:spPr>
          <a:xfrm>
            <a:off x="2915329" y="2197787"/>
            <a:ext cx="2401939" cy="964443"/>
          </a:xfrm>
          <a:prstGeom prst="bentConnector2">
            <a:avLst/>
          </a:prstGeom>
          <a:ln w="381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0ED1A94-42E0-4A47-8721-23A31350A452}"/>
              </a:ext>
            </a:extLst>
          </p:cNvPr>
          <p:cNvSpPr/>
          <p:nvPr/>
        </p:nvSpPr>
        <p:spPr bwMode="auto">
          <a:xfrm>
            <a:off x="2318254" y="1136251"/>
            <a:ext cx="380210" cy="143741"/>
          </a:xfrm>
          <a:prstGeom prst="rect">
            <a:avLst/>
          </a:prstGeom>
          <a:solidFill>
            <a:schemeClr val="tx2"/>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996A457E-B636-4F96-BC06-920AA46EFA10}"/>
              </a:ext>
            </a:extLst>
          </p:cNvPr>
          <p:cNvSpPr/>
          <p:nvPr/>
        </p:nvSpPr>
        <p:spPr bwMode="auto">
          <a:xfrm>
            <a:off x="5688426" y="1129482"/>
            <a:ext cx="1002520" cy="150510"/>
          </a:xfrm>
          <a:prstGeom prst="rect">
            <a:avLst/>
          </a:prstGeom>
          <a:solidFill>
            <a:schemeClr val="tx2"/>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120251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1000"/>
                                        <p:tgtEl>
                                          <p:spTgt spid="4">
                                            <p:txEl>
                                              <p:pRg st="3" end="3"/>
                                            </p:txEl>
                                          </p:spTgt>
                                        </p:tgtEl>
                                      </p:cBhvr>
                                    </p:animEffect>
                                    <p:anim calcmode="lin" valueType="num">
                                      <p:cBhvr>
                                        <p:cTn id="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1000"/>
                                        <p:tgtEl>
                                          <p:spTgt spid="4">
                                            <p:txEl>
                                              <p:pRg st="4" end="4"/>
                                            </p:txEl>
                                          </p:spTgt>
                                        </p:tgtEl>
                                      </p:cBhvr>
                                    </p:animEffect>
                                    <p:anim calcmode="lin" valueType="num">
                                      <p:cBhvr>
                                        <p:cTn id="1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1000"/>
                                        <p:tgtEl>
                                          <p:spTgt spid="4">
                                            <p:txEl>
                                              <p:pRg st="5" end="5"/>
                                            </p:txEl>
                                          </p:spTgt>
                                        </p:tgtEl>
                                      </p:cBhvr>
                                    </p:animEffect>
                                    <p:anim calcmode="lin" valueType="num">
                                      <p:cBhvr>
                                        <p:cTn id="1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1000"/>
                                        <p:tgtEl>
                                          <p:spTgt spid="4">
                                            <p:txEl>
                                              <p:pRg st="6" end="6"/>
                                            </p:txEl>
                                          </p:spTgt>
                                        </p:tgtEl>
                                      </p:cBhvr>
                                    </p:animEffect>
                                    <p:anim calcmode="lin" valueType="num">
                                      <p:cBhvr>
                                        <p:cTn id="2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AA8168-673A-4C7C-AAFB-53E5DCD4F4C5}"/>
              </a:ext>
            </a:extLst>
          </p:cNvPr>
          <p:cNvSpPr>
            <a:spLocks noGrp="1"/>
          </p:cNvSpPr>
          <p:nvPr>
            <p:ph type="title" idx="4294967295"/>
          </p:nvPr>
        </p:nvSpPr>
        <p:spPr>
          <a:xfrm>
            <a:off x="214777" y="24985"/>
            <a:ext cx="4391025" cy="1325562"/>
          </a:xfrm>
        </p:spPr>
        <p:txBody>
          <a:bodyPr/>
          <a:lstStyle/>
          <a:p>
            <a:r>
              <a:rPr lang="en-US" dirty="0"/>
              <a:t>Datasets</a:t>
            </a:r>
          </a:p>
        </p:txBody>
      </p:sp>
      <p:sp>
        <p:nvSpPr>
          <p:cNvPr id="7" name="Text Placeholder 3">
            <a:extLst>
              <a:ext uri="{FF2B5EF4-FFF2-40B4-BE49-F238E27FC236}">
                <a16:creationId xmlns:a16="http://schemas.microsoft.com/office/drawing/2014/main" id="{4CA5C305-930D-4A6A-BA6A-29E7885EF756}"/>
              </a:ext>
            </a:extLst>
          </p:cNvPr>
          <p:cNvSpPr>
            <a:spLocks noGrp="1"/>
          </p:cNvSpPr>
          <p:nvPr>
            <p:ph type="body" sz="quarter" idx="4294967295"/>
          </p:nvPr>
        </p:nvSpPr>
        <p:spPr>
          <a:xfrm>
            <a:off x="0" y="5411788"/>
            <a:ext cx="6584950" cy="977900"/>
          </a:xfrm>
        </p:spPr>
        <p:txBody>
          <a:bodyPr>
            <a:normAutofit/>
          </a:bodyPr>
          <a:lstStyle/>
          <a:p>
            <a:pPr marL="0" indent="0">
              <a:lnSpc>
                <a:spcPct val="100000"/>
              </a:lnSpc>
              <a:buNone/>
            </a:pPr>
            <a:r>
              <a:rPr lang="en-US" sz="1961" dirty="0"/>
              <a:t>Once a dataset is defined, it can be used in pipelines and sources of data or as sinks of data. </a:t>
            </a:r>
            <a:endParaRPr lang="en-US" sz="1372" dirty="0">
              <a:solidFill>
                <a:schemeClr val="tx1"/>
              </a:solidFill>
            </a:endParaRPr>
          </a:p>
        </p:txBody>
      </p:sp>
      <p:pic>
        <p:nvPicPr>
          <p:cNvPr id="13" name="Picture 12">
            <a:extLst>
              <a:ext uri="{FF2B5EF4-FFF2-40B4-BE49-F238E27FC236}">
                <a16:creationId xmlns:a16="http://schemas.microsoft.com/office/drawing/2014/main" id="{3C67F815-6D67-4143-B944-600C3BFA823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8126" y="1472655"/>
            <a:ext cx="2380490" cy="1991838"/>
          </a:xfrm>
          <a:prstGeom prst="rect">
            <a:avLst/>
          </a:prstGeom>
          <a:ln>
            <a:solidFill>
              <a:schemeClr val="bg2">
                <a:lumMod val="50000"/>
              </a:schemeClr>
            </a:solidFill>
          </a:ln>
        </p:spPr>
      </p:pic>
      <p:pic>
        <p:nvPicPr>
          <p:cNvPr id="14" name="Picture 13">
            <a:extLst>
              <a:ext uri="{FF2B5EF4-FFF2-40B4-BE49-F238E27FC236}">
                <a16:creationId xmlns:a16="http://schemas.microsoft.com/office/drawing/2014/main" id="{68ADEF45-AEF8-45D0-9195-B896CC1270C4}"/>
              </a:ext>
            </a:extLst>
          </p:cNvPr>
          <p:cNvPicPr>
            <a:picLocks noChangeAspect="1"/>
          </p:cNvPicPr>
          <p:nvPr/>
        </p:nvPicPr>
        <p:blipFill>
          <a:blip r:embed="rId3"/>
          <a:stretch>
            <a:fillRect/>
          </a:stretch>
        </p:blipFill>
        <p:spPr>
          <a:xfrm>
            <a:off x="3294704" y="815056"/>
            <a:ext cx="8124580" cy="4299676"/>
          </a:xfrm>
          <a:prstGeom prst="rect">
            <a:avLst/>
          </a:prstGeom>
          <a:ln>
            <a:solidFill>
              <a:schemeClr val="bg2">
                <a:lumMod val="50000"/>
              </a:schemeClr>
            </a:solidFill>
          </a:ln>
        </p:spPr>
      </p:pic>
      <p:sp>
        <p:nvSpPr>
          <p:cNvPr id="15" name="Rectangle 14">
            <a:extLst>
              <a:ext uri="{FF2B5EF4-FFF2-40B4-BE49-F238E27FC236}">
                <a16:creationId xmlns:a16="http://schemas.microsoft.com/office/drawing/2014/main" id="{5B1CDCFF-C9AE-4B4D-891B-7AF0FB33D22B}"/>
              </a:ext>
            </a:extLst>
          </p:cNvPr>
          <p:cNvSpPr/>
          <p:nvPr/>
        </p:nvSpPr>
        <p:spPr bwMode="auto">
          <a:xfrm>
            <a:off x="646533" y="3092910"/>
            <a:ext cx="916159" cy="237377"/>
          </a:xfrm>
          <a:prstGeom prst="rect">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cxnSp>
        <p:nvCxnSpPr>
          <p:cNvPr id="16" name="Straight Arrow Connector 15">
            <a:extLst>
              <a:ext uri="{FF2B5EF4-FFF2-40B4-BE49-F238E27FC236}">
                <a16:creationId xmlns:a16="http://schemas.microsoft.com/office/drawing/2014/main" id="{318BA5D2-508E-44C2-BABE-A72998637941}"/>
              </a:ext>
            </a:extLst>
          </p:cNvPr>
          <p:cNvCxnSpPr>
            <a:cxnSpLocks/>
            <a:stCxn id="15" idx="3"/>
          </p:cNvCxnSpPr>
          <p:nvPr/>
        </p:nvCxnSpPr>
        <p:spPr>
          <a:xfrm>
            <a:off x="1562692" y="3211599"/>
            <a:ext cx="1732012" cy="0"/>
          </a:xfrm>
          <a:prstGeom prst="straightConnector1">
            <a:avLst/>
          </a:prstGeom>
          <a:noFill/>
          <a:ln w="19050">
            <a:solidFill>
              <a:srgbClr val="FF0000"/>
            </a:solidFill>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sp>
        <p:nvSpPr>
          <p:cNvPr id="9" name="TextBox 8">
            <a:extLst>
              <a:ext uri="{FF2B5EF4-FFF2-40B4-BE49-F238E27FC236}">
                <a16:creationId xmlns:a16="http://schemas.microsoft.com/office/drawing/2014/main" id="{BCB8A2A3-8A82-44E5-98CF-BA36730D5864}"/>
              </a:ext>
            </a:extLst>
          </p:cNvPr>
          <p:cNvSpPr txBox="1"/>
          <p:nvPr/>
        </p:nvSpPr>
        <p:spPr>
          <a:xfrm>
            <a:off x="168012" y="3923929"/>
            <a:ext cx="2789360" cy="923330"/>
          </a:xfrm>
          <a:prstGeom prst="rect">
            <a:avLst/>
          </a:prstGeom>
          <a:noFill/>
        </p:spPr>
        <p:txBody>
          <a:bodyPr wrap="square">
            <a:spAutoFit/>
          </a:bodyPr>
          <a:lstStyle/>
          <a:p>
            <a:r>
              <a:rPr lang="en-US" sz="1800" dirty="0"/>
              <a:t>Orchestration datasets describe data that is persisted.</a:t>
            </a:r>
            <a:endParaRPr lang="en-US" dirty="0"/>
          </a:p>
        </p:txBody>
      </p:sp>
    </p:spTree>
    <p:extLst>
      <p:ext uri="{BB962C8B-B14F-4D97-AF65-F5344CB8AC3E}">
        <p14:creationId xmlns:p14="http://schemas.microsoft.com/office/powerpoint/2010/main" val="2950374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7DD06-3AD8-46C2-B02D-9D830CDCB7EA}"/>
              </a:ext>
            </a:extLst>
          </p:cNvPr>
          <p:cNvSpPr>
            <a:spLocks noGrp="1"/>
          </p:cNvSpPr>
          <p:nvPr>
            <p:ph type="title" idx="4294967295"/>
          </p:nvPr>
        </p:nvSpPr>
        <p:spPr>
          <a:xfrm>
            <a:off x="238214" y="-19146"/>
            <a:ext cx="4391025" cy="1325562"/>
          </a:xfrm>
        </p:spPr>
        <p:txBody>
          <a:bodyPr/>
          <a:lstStyle/>
          <a:p>
            <a:r>
              <a:rPr lang="en-US" dirty="0"/>
              <a:t>Pipelines</a:t>
            </a:r>
          </a:p>
        </p:txBody>
      </p:sp>
      <p:pic>
        <p:nvPicPr>
          <p:cNvPr id="8" name="Picture 7">
            <a:extLst>
              <a:ext uri="{FF2B5EF4-FFF2-40B4-BE49-F238E27FC236}">
                <a16:creationId xmlns:a16="http://schemas.microsoft.com/office/drawing/2014/main" id="{6AAF1D92-9480-432E-B17C-5D9B2FFAAD8D}"/>
              </a:ext>
            </a:extLst>
          </p:cNvPr>
          <p:cNvPicPr>
            <a:picLocks noChangeAspect="1"/>
          </p:cNvPicPr>
          <p:nvPr/>
        </p:nvPicPr>
        <p:blipFill rotWithShape="1">
          <a:blip r:embed="rId3">
            <a:extLst>
              <a:ext uri="{28A0092B-C50C-407E-A947-70E740481C1C}">
                <a14:useLocalDpi xmlns:a14="http://schemas.microsoft.com/office/drawing/2010/main" val="0"/>
              </a:ext>
            </a:extLst>
          </a:blip>
          <a:srcRect t="8950" b="2739"/>
          <a:stretch/>
        </p:blipFill>
        <p:spPr>
          <a:xfrm>
            <a:off x="4178423" y="1530283"/>
            <a:ext cx="7644529" cy="3797433"/>
          </a:xfrm>
          <a:prstGeom prst="rect">
            <a:avLst/>
          </a:prstGeom>
          <a:ln>
            <a:solidFill>
              <a:schemeClr val="bg2">
                <a:lumMod val="50000"/>
              </a:schemeClr>
            </a:solidFill>
          </a:ln>
        </p:spPr>
      </p:pic>
      <p:sp>
        <p:nvSpPr>
          <p:cNvPr id="2" name="Rectangle 1">
            <a:extLst>
              <a:ext uri="{FF2B5EF4-FFF2-40B4-BE49-F238E27FC236}">
                <a16:creationId xmlns:a16="http://schemas.microsoft.com/office/drawing/2014/main" id="{CFE22879-9AC8-4567-8A1B-AD6D808E6910}"/>
              </a:ext>
            </a:extLst>
          </p:cNvPr>
          <p:cNvSpPr/>
          <p:nvPr/>
        </p:nvSpPr>
        <p:spPr bwMode="auto">
          <a:xfrm>
            <a:off x="5699097" y="1721035"/>
            <a:ext cx="1026221" cy="2239030"/>
          </a:xfrm>
          <a:prstGeom prst="rect">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cxnSp>
        <p:nvCxnSpPr>
          <p:cNvPr id="7" name="Straight Arrow Connector 6">
            <a:extLst>
              <a:ext uri="{FF2B5EF4-FFF2-40B4-BE49-F238E27FC236}">
                <a16:creationId xmlns:a16="http://schemas.microsoft.com/office/drawing/2014/main" id="{19A9B8B3-598A-4D56-98BB-7C28D62E3E40}"/>
              </a:ext>
            </a:extLst>
          </p:cNvPr>
          <p:cNvCxnSpPr>
            <a:cxnSpLocks/>
            <a:endCxn id="10" idx="3"/>
          </p:cNvCxnSpPr>
          <p:nvPr/>
        </p:nvCxnSpPr>
        <p:spPr>
          <a:xfrm flipH="1">
            <a:off x="2271333" y="1721035"/>
            <a:ext cx="3427764" cy="207910"/>
          </a:xfrm>
          <a:prstGeom prst="straightConnector1">
            <a:avLst/>
          </a:prstGeom>
          <a:ln>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A676D8E-EEF6-4824-8AFC-B40821E9D510}"/>
              </a:ext>
            </a:extLst>
          </p:cNvPr>
          <p:cNvCxnSpPr>
            <a:cxnSpLocks/>
            <a:stCxn id="2" idx="1"/>
            <a:endCxn id="6" idx="3"/>
          </p:cNvCxnSpPr>
          <p:nvPr/>
        </p:nvCxnSpPr>
        <p:spPr>
          <a:xfrm flipH="1">
            <a:off x="2761829" y="2840550"/>
            <a:ext cx="2937268" cy="537698"/>
          </a:xfrm>
          <a:prstGeom prst="straightConnector1">
            <a:avLst/>
          </a:prstGeom>
          <a:ln>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562EAE9-02D0-4E8B-9E36-BDDE9DE61016}"/>
              </a:ext>
            </a:extLst>
          </p:cNvPr>
          <p:cNvCxnSpPr>
            <a:cxnSpLocks/>
            <a:endCxn id="16" idx="3"/>
          </p:cNvCxnSpPr>
          <p:nvPr/>
        </p:nvCxnSpPr>
        <p:spPr>
          <a:xfrm flipH="1">
            <a:off x="3559381" y="3960064"/>
            <a:ext cx="2139716" cy="1103392"/>
          </a:xfrm>
          <a:prstGeom prst="straightConnector1">
            <a:avLst/>
          </a:prstGeom>
          <a:ln>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0B060380-E9BE-4B47-A1F8-1C1491AB06D6}"/>
              </a:ext>
            </a:extLst>
          </p:cNvPr>
          <p:cNvPicPr>
            <a:picLocks noChangeAspect="1"/>
          </p:cNvPicPr>
          <p:nvPr/>
        </p:nvPicPr>
        <p:blipFill>
          <a:blip r:embed="rId4"/>
          <a:stretch>
            <a:fillRect/>
          </a:stretch>
        </p:blipFill>
        <p:spPr>
          <a:xfrm>
            <a:off x="768423" y="2635543"/>
            <a:ext cx="1993407" cy="1485409"/>
          </a:xfrm>
          <a:prstGeom prst="rect">
            <a:avLst/>
          </a:prstGeom>
          <a:ln>
            <a:solidFill>
              <a:schemeClr val="bg2">
                <a:lumMod val="50000"/>
              </a:schemeClr>
            </a:solidFill>
          </a:ln>
        </p:spPr>
      </p:pic>
      <p:pic>
        <p:nvPicPr>
          <p:cNvPr id="10" name="Picture 9">
            <a:extLst>
              <a:ext uri="{FF2B5EF4-FFF2-40B4-BE49-F238E27FC236}">
                <a16:creationId xmlns:a16="http://schemas.microsoft.com/office/drawing/2014/main" id="{7245AEC6-D6AE-47D1-8EA5-D6C60E9B3E6A}"/>
              </a:ext>
            </a:extLst>
          </p:cNvPr>
          <p:cNvPicPr>
            <a:picLocks noChangeAspect="1"/>
          </p:cNvPicPr>
          <p:nvPr/>
        </p:nvPicPr>
        <p:blipFill>
          <a:blip r:embed="rId5"/>
          <a:stretch>
            <a:fillRect/>
          </a:stretch>
        </p:blipFill>
        <p:spPr>
          <a:xfrm>
            <a:off x="277926" y="1366289"/>
            <a:ext cx="1993407" cy="1125310"/>
          </a:xfrm>
          <a:prstGeom prst="rect">
            <a:avLst/>
          </a:prstGeom>
          <a:ln>
            <a:solidFill>
              <a:schemeClr val="bg2">
                <a:lumMod val="50000"/>
              </a:schemeClr>
            </a:solidFill>
          </a:ln>
        </p:spPr>
      </p:pic>
      <p:pic>
        <p:nvPicPr>
          <p:cNvPr id="16" name="Picture 15">
            <a:extLst>
              <a:ext uri="{FF2B5EF4-FFF2-40B4-BE49-F238E27FC236}">
                <a16:creationId xmlns:a16="http://schemas.microsoft.com/office/drawing/2014/main" id="{4329AD13-76B4-474E-97B2-6981F3AB6556}"/>
              </a:ext>
            </a:extLst>
          </p:cNvPr>
          <p:cNvPicPr>
            <a:picLocks noChangeAspect="1"/>
          </p:cNvPicPr>
          <p:nvPr/>
        </p:nvPicPr>
        <p:blipFill>
          <a:blip r:embed="rId6"/>
          <a:stretch>
            <a:fillRect/>
          </a:stretch>
        </p:blipFill>
        <p:spPr>
          <a:xfrm>
            <a:off x="1580762" y="4264896"/>
            <a:ext cx="1978619" cy="1597120"/>
          </a:xfrm>
          <a:prstGeom prst="rect">
            <a:avLst/>
          </a:prstGeom>
          <a:ln>
            <a:solidFill>
              <a:schemeClr val="bg2">
                <a:lumMod val="50000"/>
              </a:schemeClr>
            </a:solidFill>
          </a:ln>
        </p:spPr>
      </p:pic>
    </p:spTree>
    <p:extLst>
      <p:ext uri="{BB962C8B-B14F-4D97-AF65-F5344CB8AC3E}">
        <p14:creationId xmlns:p14="http://schemas.microsoft.com/office/powerpoint/2010/main" val="3148404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58697D7-D0AC-4C44-8809-E1F8E37E2D84}"/>
              </a:ext>
            </a:extLst>
          </p:cNvPr>
          <p:cNvPicPr>
            <a:picLocks noChangeAspect="1"/>
          </p:cNvPicPr>
          <p:nvPr/>
        </p:nvPicPr>
        <p:blipFill>
          <a:blip r:embed="rId3"/>
          <a:stretch>
            <a:fillRect/>
          </a:stretch>
        </p:blipFill>
        <p:spPr>
          <a:xfrm>
            <a:off x="369047" y="835938"/>
            <a:ext cx="5237401" cy="2833688"/>
          </a:xfrm>
          <a:prstGeom prst="rect">
            <a:avLst/>
          </a:prstGeom>
          <a:ln>
            <a:solidFill>
              <a:schemeClr val="tx1"/>
            </a:solidFill>
          </a:ln>
        </p:spPr>
      </p:pic>
      <p:sp>
        <p:nvSpPr>
          <p:cNvPr id="3" name="Title 2">
            <a:extLst>
              <a:ext uri="{FF2B5EF4-FFF2-40B4-BE49-F238E27FC236}">
                <a16:creationId xmlns:a16="http://schemas.microsoft.com/office/drawing/2014/main" id="{6C1E531D-C5DA-453E-BB02-410233C5D561}"/>
              </a:ext>
            </a:extLst>
          </p:cNvPr>
          <p:cNvSpPr>
            <a:spLocks noGrp="1"/>
          </p:cNvSpPr>
          <p:nvPr>
            <p:ph type="title" idx="4294967295"/>
          </p:nvPr>
        </p:nvSpPr>
        <p:spPr>
          <a:xfrm>
            <a:off x="147484" y="-292022"/>
            <a:ext cx="5873750" cy="1325562"/>
          </a:xfrm>
        </p:spPr>
        <p:txBody>
          <a:bodyPr>
            <a:normAutofit/>
          </a:bodyPr>
          <a:lstStyle/>
          <a:p>
            <a:r>
              <a:rPr lang="en-US" dirty="0"/>
              <a:t>Integration runtimes</a:t>
            </a:r>
          </a:p>
        </p:txBody>
      </p:sp>
      <p:sp>
        <p:nvSpPr>
          <p:cNvPr id="4" name="Text Placeholder 3">
            <a:extLst>
              <a:ext uri="{FF2B5EF4-FFF2-40B4-BE49-F238E27FC236}">
                <a16:creationId xmlns:a16="http://schemas.microsoft.com/office/drawing/2014/main" id="{C21EFEB7-305C-45F3-BA04-BC45B10F0CFA}"/>
              </a:ext>
            </a:extLst>
          </p:cNvPr>
          <p:cNvSpPr>
            <a:spLocks noGrp="1"/>
          </p:cNvSpPr>
          <p:nvPr>
            <p:ph type="body" sz="quarter" idx="4294967295"/>
          </p:nvPr>
        </p:nvSpPr>
        <p:spPr>
          <a:xfrm>
            <a:off x="6842125" y="227013"/>
            <a:ext cx="5349875" cy="5561012"/>
          </a:xfrm>
        </p:spPr>
        <p:txBody>
          <a:bodyPr/>
          <a:lstStyle/>
          <a:p>
            <a:pPr marL="0" indent="0">
              <a:lnSpc>
                <a:spcPct val="110000"/>
              </a:lnSpc>
              <a:spcBef>
                <a:spcPts val="600"/>
              </a:spcBef>
              <a:spcAft>
                <a:spcPts val="600"/>
              </a:spcAft>
              <a:buNone/>
            </a:pPr>
            <a:r>
              <a:rPr lang="en-US" sz="2800" dirty="0">
                <a:solidFill>
                  <a:schemeClr val="tx2"/>
                </a:solidFill>
                <a:latin typeface="+mj-lt"/>
              </a:rPr>
              <a:t>Overview</a:t>
            </a:r>
          </a:p>
          <a:p>
            <a:pPr marL="0" indent="0">
              <a:lnSpc>
                <a:spcPct val="110000"/>
              </a:lnSpc>
              <a:spcBef>
                <a:spcPts val="600"/>
              </a:spcBef>
              <a:spcAft>
                <a:spcPts val="600"/>
              </a:spcAft>
              <a:buNone/>
            </a:pPr>
            <a:r>
              <a:rPr lang="en-US" sz="1600" dirty="0"/>
              <a:t>Integration runtimes are the compute infrastructure used by Pipelines to provide the data integration capabilities across different network environments. An integration runtime provides the bridge between the activity and linked services.</a:t>
            </a:r>
            <a:endParaRPr lang="en-US" sz="1600" dirty="0">
              <a:latin typeface="Segoe UI"/>
            </a:endParaRPr>
          </a:p>
          <a:p>
            <a:pPr marL="0" indent="0">
              <a:lnSpc>
                <a:spcPct val="110000"/>
              </a:lnSpc>
              <a:spcBef>
                <a:spcPts val="600"/>
              </a:spcBef>
              <a:spcAft>
                <a:spcPts val="600"/>
              </a:spcAft>
              <a:buNone/>
            </a:pPr>
            <a:r>
              <a:rPr lang="en-US" sz="2800" dirty="0">
                <a:solidFill>
                  <a:schemeClr val="tx2"/>
                </a:solidFill>
                <a:latin typeface="+mj-lt"/>
              </a:rPr>
              <a:t>Benefits</a:t>
            </a:r>
          </a:p>
          <a:p>
            <a:pPr>
              <a:lnSpc>
                <a:spcPct val="110000"/>
              </a:lnSpc>
              <a:spcBef>
                <a:spcPts val="600"/>
              </a:spcBef>
              <a:spcAft>
                <a:spcPts val="600"/>
              </a:spcAft>
            </a:pPr>
            <a:r>
              <a:rPr lang="en-US" sz="1600" dirty="0"/>
              <a:t>Offers Azure Integration Runtime or Self-Hosted Integration Runtime</a:t>
            </a:r>
          </a:p>
          <a:p>
            <a:pPr>
              <a:lnSpc>
                <a:spcPct val="110000"/>
              </a:lnSpc>
              <a:spcBef>
                <a:spcPts val="600"/>
              </a:spcBef>
              <a:spcAft>
                <a:spcPts val="600"/>
              </a:spcAft>
            </a:pPr>
            <a:r>
              <a:rPr lang="en-US" sz="1600" dirty="0"/>
              <a:t>Azure Integration Runtime – provides fully managed, serverless compute in Azure</a:t>
            </a:r>
          </a:p>
          <a:p>
            <a:pPr>
              <a:lnSpc>
                <a:spcPct val="110000"/>
              </a:lnSpc>
              <a:spcBef>
                <a:spcPts val="600"/>
              </a:spcBef>
              <a:spcAft>
                <a:spcPts val="600"/>
              </a:spcAft>
            </a:pPr>
            <a:r>
              <a:rPr lang="en-US" sz="1600" dirty="0"/>
              <a:t>Self-Hosted Integration Runtime – use compute resources in on-premises machine or a VM inside private network</a:t>
            </a:r>
          </a:p>
          <a:p>
            <a:pPr>
              <a:lnSpc>
                <a:spcPct val="110000"/>
              </a:lnSpc>
              <a:spcBef>
                <a:spcPts val="600"/>
              </a:spcBef>
              <a:spcAft>
                <a:spcPts val="600"/>
              </a:spcAft>
            </a:pPr>
            <a:endParaRPr lang="en-US" sz="1600" dirty="0"/>
          </a:p>
        </p:txBody>
      </p:sp>
      <p:sp>
        <p:nvSpPr>
          <p:cNvPr id="7" name="Rectangle 6">
            <a:extLst>
              <a:ext uri="{FF2B5EF4-FFF2-40B4-BE49-F238E27FC236}">
                <a16:creationId xmlns:a16="http://schemas.microsoft.com/office/drawing/2014/main" id="{3E2649C9-45D5-4F5A-B209-D9D5FAB837CD}"/>
              </a:ext>
            </a:extLst>
          </p:cNvPr>
          <p:cNvSpPr/>
          <p:nvPr/>
        </p:nvSpPr>
        <p:spPr bwMode="auto">
          <a:xfrm>
            <a:off x="738007" y="2714779"/>
            <a:ext cx="1086926" cy="217411"/>
          </a:xfrm>
          <a:prstGeom prst="rect">
            <a:avLst/>
          </a:prstGeom>
          <a:noFill/>
          <a:ln w="28575">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9" name="Picture 8">
            <a:extLst>
              <a:ext uri="{FF2B5EF4-FFF2-40B4-BE49-F238E27FC236}">
                <a16:creationId xmlns:a16="http://schemas.microsoft.com/office/drawing/2014/main" id="{2D515019-8678-4FC6-8595-BC6A0B5C87BC}"/>
              </a:ext>
            </a:extLst>
          </p:cNvPr>
          <p:cNvPicPr>
            <a:picLocks noChangeAspect="1"/>
          </p:cNvPicPr>
          <p:nvPr/>
        </p:nvPicPr>
        <p:blipFill>
          <a:blip r:embed="rId4"/>
          <a:stretch>
            <a:fillRect/>
          </a:stretch>
        </p:blipFill>
        <p:spPr>
          <a:xfrm>
            <a:off x="3198118" y="2779417"/>
            <a:ext cx="3368025" cy="3961648"/>
          </a:xfrm>
          <a:prstGeom prst="rect">
            <a:avLst/>
          </a:prstGeom>
          <a:ln>
            <a:solidFill>
              <a:schemeClr val="bg2">
                <a:lumMod val="50000"/>
              </a:schemeClr>
            </a:solidFill>
          </a:ln>
        </p:spPr>
      </p:pic>
      <p:sp>
        <p:nvSpPr>
          <p:cNvPr id="10" name="Rectangle 9">
            <a:extLst>
              <a:ext uri="{FF2B5EF4-FFF2-40B4-BE49-F238E27FC236}">
                <a16:creationId xmlns:a16="http://schemas.microsoft.com/office/drawing/2014/main" id="{3B66D9B3-BECD-4DA7-A13A-785439782F4B}"/>
              </a:ext>
            </a:extLst>
          </p:cNvPr>
          <p:cNvSpPr/>
          <p:nvPr/>
        </p:nvSpPr>
        <p:spPr bwMode="auto">
          <a:xfrm>
            <a:off x="2250110" y="1740885"/>
            <a:ext cx="551126" cy="241958"/>
          </a:xfrm>
          <a:prstGeom prst="rect">
            <a:avLst/>
          </a:prstGeom>
          <a:noFill/>
          <a:ln w="28575">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cxnSp>
        <p:nvCxnSpPr>
          <p:cNvPr id="13" name="Connector: Elbow 12">
            <a:extLst>
              <a:ext uri="{FF2B5EF4-FFF2-40B4-BE49-F238E27FC236}">
                <a16:creationId xmlns:a16="http://schemas.microsoft.com/office/drawing/2014/main" id="{D9137469-2651-4AA1-88EA-3B10EE27024D}"/>
              </a:ext>
            </a:extLst>
          </p:cNvPr>
          <p:cNvCxnSpPr>
            <a:cxnSpLocks/>
            <a:stCxn id="10" idx="3"/>
            <a:endCxn id="9" idx="0"/>
          </p:cNvCxnSpPr>
          <p:nvPr/>
        </p:nvCxnSpPr>
        <p:spPr>
          <a:xfrm>
            <a:off x="2801236" y="1861864"/>
            <a:ext cx="2080895" cy="917553"/>
          </a:xfrm>
          <a:prstGeom prst="bentConnector2">
            <a:avLst/>
          </a:prstGeom>
          <a:ln w="381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7689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1000"/>
                                        <p:tgtEl>
                                          <p:spTgt spid="4">
                                            <p:txEl>
                                              <p:pRg st="3" end="3"/>
                                            </p:txEl>
                                          </p:spTgt>
                                        </p:tgtEl>
                                      </p:cBhvr>
                                    </p:animEffect>
                                    <p:anim calcmode="lin" valueType="num">
                                      <p:cBhvr>
                                        <p:cTn id="1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1000"/>
                                        <p:tgtEl>
                                          <p:spTgt spid="4">
                                            <p:txEl>
                                              <p:pRg st="4" end="4"/>
                                            </p:txEl>
                                          </p:spTgt>
                                        </p:tgtEl>
                                      </p:cBhvr>
                                    </p:animEffect>
                                    <p:anim calcmode="lin" valueType="num">
                                      <p:cBhvr>
                                        <p:cTn id="1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1000"/>
                                        <p:tgtEl>
                                          <p:spTgt spid="4">
                                            <p:txEl>
                                              <p:pRg st="5" end="5"/>
                                            </p:txEl>
                                          </p:spTgt>
                                        </p:tgtEl>
                                      </p:cBhvr>
                                    </p:animEffect>
                                    <p:anim calcmode="lin" valueType="num">
                                      <p:cBhvr>
                                        <p:cTn id="2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9B1B558-BF82-4E7F-94CF-BE2882BCE50E}"/>
              </a:ext>
            </a:extLst>
          </p:cNvPr>
          <p:cNvSpPr/>
          <p:nvPr/>
        </p:nvSpPr>
        <p:spPr>
          <a:xfrm>
            <a:off x="6539345" y="1829430"/>
            <a:ext cx="5652655" cy="8115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D3B008-538C-4221-B6CC-D50EE1A24CF8}"/>
              </a:ext>
            </a:extLst>
          </p:cNvPr>
          <p:cNvSpPr/>
          <p:nvPr/>
        </p:nvSpPr>
        <p:spPr>
          <a:xfrm>
            <a:off x="0" y="1829430"/>
            <a:ext cx="5652655" cy="811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EBDE7C79-9AD0-4B95-88DD-33F7D8E1976E}"/>
              </a:ext>
            </a:extLst>
          </p:cNvPr>
          <p:cNvCxnSpPr>
            <a:cxnSpLocks/>
          </p:cNvCxnSpPr>
          <p:nvPr/>
        </p:nvCxnSpPr>
        <p:spPr>
          <a:xfrm>
            <a:off x="6096000" y="1828800"/>
            <a:ext cx="0" cy="4114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Footer Placeholder 22">
            <a:extLst>
              <a:ext uri="{FF2B5EF4-FFF2-40B4-BE49-F238E27FC236}">
                <a16:creationId xmlns:a16="http://schemas.microsoft.com/office/drawing/2014/main" id="{3A712A40-325E-4D37-9A92-921BD05BF7C5}"/>
              </a:ext>
            </a:extLst>
          </p:cNvPr>
          <p:cNvSpPr>
            <a:spLocks noGrp="1"/>
          </p:cNvSpPr>
          <p:nvPr>
            <p:ph type="ftr" sz="quarter" idx="3"/>
          </p:nvPr>
        </p:nvSpPr>
        <p:spPr>
          <a:xfrm>
            <a:off x="7234764" y="6466371"/>
            <a:ext cx="4114800" cy="331932"/>
          </a:xfrm>
        </p:spPr>
        <p:txBody>
          <a:bodyPr/>
          <a:lstStyle/>
          <a:p>
            <a:r>
              <a:rPr lang="en-US"/>
              <a:t>WWW.SOLLIANCE.NET</a:t>
            </a:r>
          </a:p>
        </p:txBody>
      </p:sp>
      <p:sp>
        <p:nvSpPr>
          <p:cNvPr id="24" name="Slide Number Placeholder 23">
            <a:extLst>
              <a:ext uri="{FF2B5EF4-FFF2-40B4-BE49-F238E27FC236}">
                <a16:creationId xmlns:a16="http://schemas.microsoft.com/office/drawing/2014/main" id="{53D9F9D2-2203-4E3C-A021-F26D0D9ABDB5}"/>
              </a:ext>
            </a:extLst>
          </p:cNvPr>
          <p:cNvSpPr>
            <a:spLocks noGrp="1"/>
          </p:cNvSpPr>
          <p:nvPr>
            <p:ph type="sldNum" sz="quarter" idx="4"/>
          </p:nvPr>
        </p:nvSpPr>
        <p:spPr>
          <a:xfrm>
            <a:off x="11636830" y="6466371"/>
            <a:ext cx="436355" cy="331932"/>
          </a:xfrm>
        </p:spPr>
        <p:txBody>
          <a:bodyPr/>
          <a:lstStyle/>
          <a:p>
            <a:fld id="{00F9DAA1-1DF7-43E0-8E29-0CE1148553C7}" type="slidenum">
              <a:rPr lang="en-US" smtClean="0"/>
              <a:pPr/>
              <a:t>13</a:t>
            </a:fld>
            <a:endParaRPr lang="en-US"/>
          </a:p>
        </p:txBody>
      </p:sp>
      <p:sp>
        <p:nvSpPr>
          <p:cNvPr id="6" name="Content Placeholder 5">
            <a:extLst>
              <a:ext uri="{FF2B5EF4-FFF2-40B4-BE49-F238E27FC236}">
                <a16:creationId xmlns:a16="http://schemas.microsoft.com/office/drawing/2014/main" id="{9D982996-F328-4ABC-A205-3C7049F27B3E}"/>
              </a:ext>
            </a:extLst>
          </p:cNvPr>
          <p:cNvSpPr>
            <a:spLocks noGrp="1"/>
          </p:cNvSpPr>
          <p:nvPr>
            <p:ph type="body" sz="quarter" idx="10"/>
          </p:nvPr>
        </p:nvSpPr>
        <p:spPr>
          <a:xfrm>
            <a:off x="647700" y="2905066"/>
            <a:ext cx="4912534" cy="3038534"/>
          </a:xfrm>
        </p:spPr>
        <p:txBody>
          <a:bodyPr>
            <a:normAutofit/>
          </a:bodyPr>
          <a:lstStyle/>
          <a:p>
            <a:r>
              <a:rPr lang="en-GB" dirty="0"/>
              <a:t>Allows use of SSIS and SSIS Integration Runtime and SSIS package activity</a:t>
            </a:r>
          </a:p>
          <a:p>
            <a:r>
              <a:rPr lang="en-GB" dirty="0"/>
              <a:t>Supports Cross-region Integration Runtime (Data Flows)</a:t>
            </a:r>
          </a:p>
          <a:p>
            <a:r>
              <a:rPr lang="en-GB" dirty="0"/>
              <a:t>Integration Runtime sharing across different data factories</a:t>
            </a:r>
          </a:p>
          <a:p>
            <a:r>
              <a:rPr lang="en-GB" dirty="0"/>
              <a:t>Provides support for Power Query Activity</a:t>
            </a:r>
          </a:p>
          <a:p>
            <a:r>
              <a:rPr lang="en-GB" dirty="0"/>
              <a:t>Support for global parameters in pipeline activities</a:t>
            </a:r>
          </a:p>
        </p:txBody>
      </p:sp>
      <p:sp>
        <p:nvSpPr>
          <p:cNvPr id="7" name="Content Placeholder 6">
            <a:extLst>
              <a:ext uri="{FF2B5EF4-FFF2-40B4-BE49-F238E27FC236}">
                <a16:creationId xmlns:a16="http://schemas.microsoft.com/office/drawing/2014/main" id="{0D2D3EC8-50BA-4FD9-A167-BD69E36816F8}"/>
              </a:ext>
            </a:extLst>
          </p:cNvPr>
          <p:cNvSpPr>
            <a:spLocks noGrp="1"/>
          </p:cNvSpPr>
          <p:nvPr>
            <p:ph type="body" sz="quarter" idx="16"/>
          </p:nvPr>
        </p:nvSpPr>
        <p:spPr>
          <a:xfrm>
            <a:off x="647700" y="1828800"/>
            <a:ext cx="4912534" cy="795130"/>
          </a:xfrm>
        </p:spPr>
        <p:txBody>
          <a:bodyPr>
            <a:normAutofit/>
          </a:bodyPr>
          <a:lstStyle/>
          <a:p>
            <a:r>
              <a:rPr lang="en-US" dirty="0"/>
              <a:t>Azure Data Factory</a:t>
            </a:r>
          </a:p>
        </p:txBody>
      </p:sp>
      <p:sp>
        <p:nvSpPr>
          <p:cNvPr id="2" name="Content Placeholder 1">
            <a:extLst>
              <a:ext uri="{FF2B5EF4-FFF2-40B4-BE49-F238E27FC236}">
                <a16:creationId xmlns:a16="http://schemas.microsoft.com/office/drawing/2014/main" id="{FFF8E607-DEFA-4726-9900-BF36257F57CE}"/>
              </a:ext>
            </a:extLst>
          </p:cNvPr>
          <p:cNvSpPr>
            <a:spLocks noGrp="1"/>
          </p:cNvSpPr>
          <p:nvPr>
            <p:ph type="body" sz="quarter" idx="17"/>
          </p:nvPr>
        </p:nvSpPr>
        <p:spPr>
          <a:xfrm>
            <a:off x="6631766" y="2905066"/>
            <a:ext cx="4912534" cy="3038534"/>
          </a:xfrm>
        </p:spPr>
        <p:txBody>
          <a:bodyPr/>
          <a:lstStyle/>
          <a:p>
            <a:r>
              <a:rPr lang="en-GB" dirty="0"/>
              <a:t>Synapse now supports SSIS for loading data into a dedicated SQL pool</a:t>
            </a:r>
          </a:p>
          <a:p>
            <a:r>
              <a:rPr lang="en-GB" dirty="0"/>
              <a:t>Monitoring of Spark jobs for Data Flows leveraging Synapse Spark pools</a:t>
            </a:r>
            <a:br>
              <a:rPr lang="en-GB" dirty="0"/>
            </a:br>
            <a:endParaRPr lang="en-GB" dirty="0"/>
          </a:p>
        </p:txBody>
      </p:sp>
      <p:sp>
        <p:nvSpPr>
          <p:cNvPr id="3" name="Content Placeholder 2">
            <a:extLst>
              <a:ext uri="{FF2B5EF4-FFF2-40B4-BE49-F238E27FC236}">
                <a16:creationId xmlns:a16="http://schemas.microsoft.com/office/drawing/2014/main" id="{6CFACEB2-BB77-417B-A417-23AFBA929345}"/>
              </a:ext>
            </a:extLst>
          </p:cNvPr>
          <p:cNvSpPr>
            <a:spLocks noGrp="1"/>
          </p:cNvSpPr>
          <p:nvPr>
            <p:ph type="body" sz="quarter" idx="18"/>
          </p:nvPr>
        </p:nvSpPr>
        <p:spPr>
          <a:xfrm>
            <a:off x="6631766" y="1828800"/>
            <a:ext cx="4912534" cy="795130"/>
          </a:xfrm>
        </p:spPr>
        <p:txBody>
          <a:bodyPr/>
          <a:lstStyle/>
          <a:p>
            <a:r>
              <a:rPr lang="en-US" dirty="0"/>
              <a:t>Synapse Pipelines</a:t>
            </a:r>
          </a:p>
        </p:txBody>
      </p:sp>
      <p:sp>
        <p:nvSpPr>
          <p:cNvPr id="5" name="Title 4">
            <a:extLst>
              <a:ext uri="{FF2B5EF4-FFF2-40B4-BE49-F238E27FC236}">
                <a16:creationId xmlns:a16="http://schemas.microsoft.com/office/drawing/2014/main" id="{42E837BB-922D-4315-A68F-DCF835BA7C4E}"/>
              </a:ext>
            </a:extLst>
          </p:cNvPr>
          <p:cNvSpPr>
            <a:spLocks noGrp="1"/>
          </p:cNvSpPr>
          <p:nvPr>
            <p:ph type="title"/>
          </p:nvPr>
        </p:nvSpPr>
        <p:spPr>
          <a:xfrm>
            <a:off x="652462" y="346076"/>
            <a:ext cx="11234738" cy="568324"/>
          </a:xfrm>
        </p:spPr>
        <p:txBody>
          <a:bodyPr>
            <a:normAutofit/>
          </a:bodyPr>
          <a:lstStyle/>
          <a:p>
            <a:r>
              <a:rPr lang="en-GB" dirty="0"/>
              <a:t>Comparing Azure Data Factory with Synapse Pipelines</a:t>
            </a:r>
            <a:endParaRPr lang="en-US" dirty="0"/>
          </a:p>
        </p:txBody>
      </p:sp>
    </p:spTree>
    <p:extLst>
      <p:ext uri="{BB962C8B-B14F-4D97-AF65-F5344CB8AC3E}">
        <p14:creationId xmlns:p14="http://schemas.microsoft.com/office/powerpoint/2010/main" val="2192128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22">
            <a:extLst>
              <a:ext uri="{FF2B5EF4-FFF2-40B4-BE49-F238E27FC236}">
                <a16:creationId xmlns:a16="http://schemas.microsoft.com/office/drawing/2014/main" id="{3A712A40-325E-4D37-9A92-921BD05BF7C5}"/>
              </a:ext>
            </a:extLst>
          </p:cNvPr>
          <p:cNvSpPr>
            <a:spLocks noGrp="1"/>
          </p:cNvSpPr>
          <p:nvPr>
            <p:ph type="ftr" sz="quarter" idx="3"/>
          </p:nvPr>
        </p:nvSpPr>
        <p:spPr>
          <a:xfrm>
            <a:off x="7234764" y="6466371"/>
            <a:ext cx="4114800" cy="331932"/>
          </a:xfrm>
        </p:spPr>
        <p:txBody>
          <a:bodyPr/>
          <a:lstStyle/>
          <a:p>
            <a:r>
              <a:rPr lang="en-US"/>
              <a:t>WWW.SOLLIANCE.NET</a:t>
            </a:r>
          </a:p>
        </p:txBody>
      </p:sp>
      <p:sp>
        <p:nvSpPr>
          <p:cNvPr id="24" name="Slide Number Placeholder 23">
            <a:extLst>
              <a:ext uri="{FF2B5EF4-FFF2-40B4-BE49-F238E27FC236}">
                <a16:creationId xmlns:a16="http://schemas.microsoft.com/office/drawing/2014/main" id="{53D9F9D2-2203-4E3C-A021-F26D0D9ABDB5}"/>
              </a:ext>
            </a:extLst>
          </p:cNvPr>
          <p:cNvSpPr>
            <a:spLocks noGrp="1"/>
          </p:cNvSpPr>
          <p:nvPr>
            <p:ph type="sldNum" sz="quarter" idx="4"/>
          </p:nvPr>
        </p:nvSpPr>
        <p:spPr>
          <a:xfrm>
            <a:off x="11636830" y="6466371"/>
            <a:ext cx="436355" cy="331932"/>
          </a:xfrm>
        </p:spPr>
        <p:txBody>
          <a:bodyPr/>
          <a:lstStyle/>
          <a:p>
            <a:fld id="{00F9DAA1-1DF7-43E0-8E29-0CE1148553C7}" type="slidenum">
              <a:rPr lang="en-US" smtClean="0"/>
              <a:pPr/>
              <a:t>14</a:t>
            </a:fld>
            <a:endParaRPr lang="en-US"/>
          </a:p>
        </p:txBody>
      </p:sp>
      <p:sp>
        <p:nvSpPr>
          <p:cNvPr id="5" name="Title 4">
            <a:extLst>
              <a:ext uri="{FF2B5EF4-FFF2-40B4-BE49-F238E27FC236}">
                <a16:creationId xmlns:a16="http://schemas.microsoft.com/office/drawing/2014/main" id="{42E837BB-922D-4315-A68F-DCF835BA7C4E}"/>
              </a:ext>
            </a:extLst>
          </p:cNvPr>
          <p:cNvSpPr>
            <a:spLocks noGrp="1"/>
          </p:cNvSpPr>
          <p:nvPr>
            <p:ph type="title"/>
          </p:nvPr>
        </p:nvSpPr>
        <p:spPr>
          <a:xfrm>
            <a:off x="652462" y="346076"/>
            <a:ext cx="10887076" cy="568324"/>
          </a:xfrm>
        </p:spPr>
        <p:txBody>
          <a:bodyPr>
            <a:normAutofit/>
          </a:bodyPr>
          <a:lstStyle/>
          <a:p>
            <a:r>
              <a:rPr lang="en-US" dirty="0"/>
              <a:t>Petabyte-scale ingestion with the Copy data activity</a:t>
            </a:r>
          </a:p>
        </p:txBody>
      </p:sp>
      <p:pic>
        <p:nvPicPr>
          <p:cNvPr id="19" name="Picture 18" descr="The following image shows how you can add a Copy Activity to the canvass designer in Azure Data Factory or Azure Synapse Pipelines">
            <a:extLst>
              <a:ext uri="{FF2B5EF4-FFF2-40B4-BE49-F238E27FC236}">
                <a16:creationId xmlns:a16="http://schemas.microsoft.com/office/drawing/2014/main" id="{FA51FF9E-A3A3-4E2B-8698-7C80D6BE73E0}"/>
              </a:ext>
            </a:extLst>
          </p:cNvPr>
          <p:cNvPicPr>
            <a:picLocks noChangeAspect="1"/>
          </p:cNvPicPr>
          <p:nvPr/>
        </p:nvPicPr>
        <p:blipFill>
          <a:blip r:embed="rId3"/>
          <a:stretch>
            <a:fillRect/>
          </a:stretch>
        </p:blipFill>
        <p:spPr>
          <a:xfrm>
            <a:off x="1481801" y="1417150"/>
            <a:ext cx="9354775" cy="4728413"/>
          </a:xfrm>
          <a:prstGeom prst="rect">
            <a:avLst/>
          </a:prstGeom>
        </p:spPr>
      </p:pic>
    </p:spTree>
    <p:extLst>
      <p:ext uri="{BB962C8B-B14F-4D97-AF65-F5344CB8AC3E}">
        <p14:creationId xmlns:p14="http://schemas.microsoft.com/office/powerpoint/2010/main" val="4047847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7784921-E2B6-4D9D-AD89-8E66B5C1D0B3}"/>
              </a:ext>
            </a:extLst>
          </p:cNvPr>
          <p:cNvSpPr/>
          <p:nvPr/>
        </p:nvSpPr>
        <p:spPr bwMode="auto">
          <a:xfrm>
            <a:off x="6482881" y="2401401"/>
            <a:ext cx="4625889" cy="336598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85" tIns="143428" rIns="179285" bIns="143428" numCol="1" spcCol="0" rtlCol="0" fromWordArt="0" anchor="ctr" anchorCtr="0" forceAA="0" compatLnSpc="1">
            <a:prstTxWarp prst="textNoShape">
              <a:avLst/>
            </a:prstTxWarp>
            <a:noAutofit/>
          </a:bodyPr>
          <a:lstStyle/>
          <a:p>
            <a:pPr algn="ctr" defTabSz="914102" fontAlgn="base">
              <a:spcBef>
                <a:spcPct val="0"/>
              </a:spcBef>
              <a:spcAft>
                <a:spcPct val="0"/>
              </a:spcAft>
            </a:pPr>
            <a:endParaRPr lang="en-US" sz="3137" b="1">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a:extLst>
              <a:ext uri="{FF2B5EF4-FFF2-40B4-BE49-F238E27FC236}">
                <a16:creationId xmlns:a16="http://schemas.microsoft.com/office/drawing/2014/main" id="{7F8764D6-7B74-4850-B8B9-8078E7609AEC}"/>
              </a:ext>
            </a:extLst>
          </p:cNvPr>
          <p:cNvSpPr/>
          <p:nvPr/>
        </p:nvSpPr>
        <p:spPr bwMode="auto">
          <a:xfrm>
            <a:off x="735821" y="2429332"/>
            <a:ext cx="4478533" cy="336598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85" tIns="143428" rIns="179285" bIns="143428" numCol="1" spcCol="0" rtlCol="0" fromWordArt="0" anchor="ctr" anchorCtr="0" forceAA="0" compatLnSpc="1">
            <a:prstTxWarp prst="textNoShape">
              <a:avLst/>
            </a:prstTxWarp>
            <a:noAutofit/>
          </a:bodyPr>
          <a:lstStyle/>
          <a:p>
            <a:pPr algn="ctr" defTabSz="914102" fontAlgn="base">
              <a:spcBef>
                <a:spcPct val="0"/>
              </a:spcBef>
              <a:spcAft>
                <a:spcPct val="0"/>
              </a:spcAft>
            </a:pPr>
            <a:endParaRPr lang="en-US" sz="3137" b="1">
              <a:gradFill>
                <a:gsLst>
                  <a:gs pos="0">
                    <a:srgbClr val="FFFFFF"/>
                  </a:gs>
                  <a:gs pos="100000">
                    <a:srgbClr val="FFFFFF"/>
                  </a:gs>
                </a:gsLst>
                <a:lin ang="5400000" scaled="0"/>
              </a:gradFill>
              <a:ea typeface="Segoe UI" pitchFamily="34" charset="0"/>
              <a:cs typeface="Segoe UI" pitchFamily="34" charset="0"/>
            </a:endParaRPr>
          </a:p>
        </p:txBody>
      </p:sp>
      <p:sp>
        <p:nvSpPr>
          <p:cNvPr id="8" name="Text Placeholder 7">
            <a:extLst>
              <a:ext uri="{FF2B5EF4-FFF2-40B4-BE49-F238E27FC236}">
                <a16:creationId xmlns:a16="http://schemas.microsoft.com/office/drawing/2014/main" id="{50E644FA-54E8-4E4C-BE77-91C6D834A0E3}"/>
              </a:ext>
            </a:extLst>
          </p:cNvPr>
          <p:cNvSpPr>
            <a:spLocks noGrp="1"/>
          </p:cNvSpPr>
          <p:nvPr>
            <p:ph idx="4294967295"/>
          </p:nvPr>
        </p:nvSpPr>
        <p:spPr>
          <a:xfrm>
            <a:off x="353962" y="2656247"/>
            <a:ext cx="5918200" cy="4351338"/>
          </a:xfrm>
        </p:spPr>
        <p:txBody>
          <a:bodyPr/>
          <a:lstStyle/>
          <a:p>
            <a:pPr marL="698366" lvl="1" indent="-229191">
              <a:spcBef>
                <a:spcPts val="245"/>
              </a:spcBef>
              <a:buFont typeface="Arial"/>
              <a:buChar char="•"/>
              <a:tabLst>
                <a:tab pos="699001" algn="l"/>
              </a:tabLst>
            </a:pPr>
            <a:r>
              <a:rPr lang="en-US" sz="1700" dirty="0">
                <a:cs typeface="Calibri"/>
              </a:rPr>
              <a:t>GA,</a:t>
            </a:r>
            <a:r>
              <a:rPr lang="en-US" sz="1700" spc="-5" dirty="0">
                <a:cs typeface="Calibri"/>
              </a:rPr>
              <a:t> </a:t>
            </a:r>
            <a:r>
              <a:rPr lang="en-US" sz="1700" spc="-10" dirty="0">
                <a:cs typeface="Calibri"/>
              </a:rPr>
              <a:t>stable</a:t>
            </a:r>
            <a:endParaRPr lang="en-US" sz="1700" dirty="0">
              <a:cs typeface="Calibri"/>
            </a:endParaRPr>
          </a:p>
          <a:p>
            <a:pPr marL="698366" lvl="1" indent="-229191">
              <a:spcBef>
                <a:spcPts val="215"/>
              </a:spcBef>
              <a:buFont typeface="Arial"/>
              <a:buChar char="•"/>
              <a:tabLst>
                <a:tab pos="699001" algn="l"/>
              </a:tabLst>
            </a:pPr>
            <a:r>
              <a:rPr lang="en-US" sz="1700" dirty="0">
                <a:cs typeface="Calibri"/>
              </a:rPr>
              <a:t>Needs </a:t>
            </a:r>
            <a:r>
              <a:rPr lang="en-US" sz="1700" spc="-15" dirty="0">
                <a:cs typeface="Calibri"/>
              </a:rPr>
              <a:t>CONTROL</a:t>
            </a:r>
            <a:r>
              <a:rPr lang="en-US" sz="1700" spc="-70" dirty="0">
                <a:cs typeface="Calibri"/>
              </a:rPr>
              <a:t> </a:t>
            </a:r>
            <a:r>
              <a:rPr lang="en-US" sz="1700" dirty="0">
                <a:cs typeface="Calibri"/>
              </a:rPr>
              <a:t>permission</a:t>
            </a:r>
            <a:endParaRPr lang="en-US" sz="1700" spc="-10" dirty="0">
              <a:cs typeface="Calibri"/>
            </a:endParaRPr>
          </a:p>
          <a:p>
            <a:pPr marL="698366" lvl="1" indent="-229191">
              <a:spcBef>
                <a:spcPts val="204"/>
              </a:spcBef>
              <a:buFont typeface="Arial"/>
              <a:buChar char="•"/>
              <a:tabLst>
                <a:tab pos="699001" algn="l"/>
              </a:tabLst>
            </a:pPr>
            <a:r>
              <a:rPr lang="en-US" sz="1700" spc="-10" dirty="0">
                <a:cs typeface="Calibri"/>
              </a:rPr>
              <a:t>Enables querying via external tables </a:t>
            </a:r>
            <a:endParaRPr lang="en-US" sz="1700" dirty="0">
              <a:cs typeface="Calibri"/>
            </a:endParaRPr>
          </a:p>
          <a:p>
            <a:pPr marL="698366" lvl="1" indent="-229191">
              <a:spcBef>
                <a:spcPts val="215"/>
              </a:spcBef>
              <a:buFont typeface="Arial"/>
              <a:buChar char="•"/>
              <a:tabLst>
                <a:tab pos="699001" algn="l"/>
              </a:tabLst>
            </a:pPr>
            <a:r>
              <a:rPr lang="en-US" sz="1700" spc="-5" dirty="0">
                <a:cs typeface="Calibri"/>
              </a:rPr>
              <a:t>Challenges:</a:t>
            </a:r>
            <a:endParaRPr lang="en-US" sz="1700" dirty="0">
              <a:cs typeface="Calibri"/>
            </a:endParaRPr>
          </a:p>
          <a:p>
            <a:pPr marL="1155478" lvl="2" indent="-229191">
              <a:spcBef>
                <a:spcPts val="284"/>
              </a:spcBef>
              <a:buFont typeface="Arial"/>
              <a:buChar char="•"/>
              <a:tabLst>
                <a:tab pos="1155478" algn="l"/>
                <a:tab pos="1156113" algn="l"/>
              </a:tabLst>
            </a:pPr>
            <a:r>
              <a:rPr lang="en-US" sz="1600" spc="-15" dirty="0">
                <a:cs typeface="Calibri"/>
              </a:rPr>
              <a:t>Row</a:t>
            </a:r>
            <a:r>
              <a:rPr lang="en-US" sz="1600" spc="-30" dirty="0">
                <a:cs typeface="Calibri"/>
              </a:rPr>
              <a:t> </a:t>
            </a:r>
            <a:r>
              <a:rPr lang="en-US" sz="1600" spc="-5" dirty="0">
                <a:cs typeface="Calibri"/>
              </a:rPr>
              <a:t>width (1 MB)</a:t>
            </a:r>
            <a:endParaRPr lang="en-US" sz="1600" dirty="0">
              <a:cs typeface="Calibri"/>
            </a:endParaRPr>
          </a:p>
          <a:p>
            <a:pPr marL="1155478" lvl="2" indent="-229191">
              <a:spcBef>
                <a:spcPts val="260"/>
              </a:spcBef>
              <a:buFont typeface="Arial"/>
              <a:buChar char="•"/>
              <a:tabLst>
                <a:tab pos="1155478" algn="l"/>
                <a:tab pos="1156113" algn="l"/>
              </a:tabLst>
            </a:pPr>
            <a:r>
              <a:rPr lang="en-US" sz="1600" spc="-10" dirty="0">
                <a:cs typeface="Calibri"/>
              </a:rPr>
              <a:t>Delimiters </a:t>
            </a:r>
            <a:r>
              <a:rPr lang="en-US" sz="1600" dirty="0">
                <a:cs typeface="Calibri"/>
              </a:rPr>
              <a:t>in</a:t>
            </a:r>
            <a:r>
              <a:rPr lang="en-US" sz="1600" spc="20" dirty="0">
                <a:cs typeface="Calibri"/>
              </a:rPr>
              <a:t> </a:t>
            </a:r>
            <a:r>
              <a:rPr lang="en-US" sz="1600" spc="-20" dirty="0">
                <a:cs typeface="Calibri"/>
              </a:rPr>
              <a:t>text</a:t>
            </a:r>
            <a:endParaRPr lang="en-US" sz="1600" dirty="0">
              <a:cs typeface="Calibri"/>
            </a:endParaRPr>
          </a:p>
          <a:p>
            <a:pPr marL="1155478" lvl="2" indent="-229191">
              <a:spcBef>
                <a:spcPts val="265"/>
              </a:spcBef>
              <a:buFont typeface="Arial"/>
              <a:buChar char="•"/>
              <a:tabLst>
                <a:tab pos="1155478" algn="l"/>
                <a:tab pos="1156113" algn="l"/>
              </a:tabLst>
            </a:pPr>
            <a:r>
              <a:rPr lang="en-US" sz="1600" spc="-15" dirty="0">
                <a:cs typeface="Calibri"/>
              </a:rPr>
              <a:t>Fixed </a:t>
            </a:r>
            <a:r>
              <a:rPr lang="en-US" sz="1600" spc="-5" dirty="0">
                <a:cs typeface="Calibri"/>
              </a:rPr>
              <a:t>line</a:t>
            </a:r>
            <a:r>
              <a:rPr lang="en-US" sz="1600" spc="10" dirty="0">
                <a:cs typeface="Calibri"/>
              </a:rPr>
              <a:t> </a:t>
            </a:r>
            <a:r>
              <a:rPr lang="en-US" sz="1600" spc="-5" dirty="0">
                <a:cs typeface="Calibri"/>
              </a:rPr>
              <a:t>delimiter</a:t>
            </a:r>
            <a:endParaRPr lang="en-US" sz="1600" dirty="0">
              <a:cs typeface="Calibri"/>
            </a:endParaRPr>
          </a:p>
          <a:p>
            <a:pPr marL="1155478" lvl="2" indent="-229191">
              <a:spcBef>
                <a:spcPts val="254"/>
              </a:spcBef>
              <a:buFont typeface="Arial"/>
              <a:buChar char="•"/>
              <a:tabLst>
                <a:tab pos="1155478" algn="l"/>
                <a:tab pos="1156113" algn="l"/>
              </a:tabLst>
            </a:pPr>
            <a:r>
              <a:rPr lang="en-US" sz="1600" spc="-5" dirty="0">
                <a:cs typeface="Calibri"/>
              </a:rPr>
              <a:t>Code</a:t>
            </a:r>
            <a:r>
              <a:rPr lang="en-US" sz="1600" spc="-30" dirty="0">
                <a:cs typeface="Calibri"/>
              </a:rPr>
              <a:t> </a:t>
            </a:r>
            <a:r>
              <a:rPr lang="en-US" sz="1600" spc="-10" dirty="0">
                <a:cs typeface="Calibri"/>
              </a:rPr>
              <a:t>complexity</a:t>
            </a:r>
            <a:endParaRPr lang="en-US" sz="1600" dirty="0">
              <a:cs typeface="Calibri"/>
            </a:endParaRPr>
          </a:p>
          <a:p>
            <a:endParaRPr lang="en-US" sz="2400" dirty="0">
              <a:latin typeface="+mn-lt"/>
            </a:endParaRPr>
          </a:p>
        </p:txBody>
      </p:sp>
      <p:sp>
        <p:nvSpPr>
          <p:cNvPr id="2" name="object 2"/>
          <p:cNvSpPr txBox="1">
            <a:spLocks noGrp="1"/>
          </p:cNvSpPr>
          <p:nvPr>
            <p:ph type="title" idx="4294967295"/>
          </p:nvPr>
        </p:nvSpPr>
        <p:spPr>
          <a:xfrm>
            <a:off x="117987" y="0"/>
            <a:ext cx="9418638" cy="1325562"/>
          </a:xfrm>
        </p:spPr>
        <p:txBody>
          <a:bodyPr/>
          <a:lstStyle/>
          <a:p>
            <a:r>
              <a:rPr lang="en-US" dirty="0"/>
              <a:t>PolyBase vs COPY</a:t>
            </a:r>
          </a:p>
        </p:txBody>
      </p:sp>
      <p:sp>
        <p:nvSpPr>
          <p:cNvPr id="9" name="Text Placeholder 8">
            <a:extLst>
              <a:ext uri="{FF2B5EF4-FFF2-40B4-BE49-F238E27FC236}">
                <a16:creationId xmlns:a16="http://schemas.microsoft.com/office/drawing/2014/main" id="{E4446A3C-AB3C-4E6A-9A53-86C743962010}"/>
              </a:ext>
            </a:extLst>
          </p:cNvPr>
          <p:cNvSpPr>
            <a:spLocks noGrp="1"/>
          </p:cNvSpPr>
          <p:nvPr>
            <p:ph type="body" sz="quarter" idx="4294967295"/>
          </p:nvPr>
        </p:nvSpPr>
        <p:spPr>
          <a:xfrm>
            <a:off x="6192274" y="2362201"/>
            <a:ext cx="5016500" cy="2676525"/>
          </a:xfrm>
        </p:spPr>
        <p:txBody>
          <a:bodyPr>
            <a:normAutofit/>
          </a:bodyPr>
          <a:lstStyle/>
          <a:p>
            <a:pPr marL="12698" indent="0">
              <a:spcBef>
                <a:spcPts val="384"/>
              </a:spcBef>
              <a:buNone/>
              <a:tabLst>
                <a:tab pos="241254" algn="l"/>
              </a:tabLst>
            </a:pPr>
            <a:endParaRPr lang="en-US" sz="1700" b="1" dirty="0">
              <a:cs typeface="Calibri"/>
            </a:endParaRPr>
          </a:p>
          <a:p>
            <a:pPr marL="698366" lvl="1" indent="-228556">
              <a:spcBef>
                <a:spcPts val="215"/>
              </a:spcBef>
              <a:buFont typeface="Arial"/>
              <a:buChar char="•"/>
              <a:tabLst>
                <a:tab pos="698366" algn="l"/>
              </a:tabLst>
            </a:pPr>
            <a:r>
              <a:rPr lang="en-US" sz="1700" spc="-20" dirty="0">
                <a:cs typeface="Calibri"/>
              </a:rPr>
              <a:t>Relaxed</a:t>
            </a:r>
            <a:r>
              <a:rPr lang="en-US" sz="1700" spc="-25" dirty="0">
                <a:cs typeface="Calibri"/>
              </a:rPr>
              <a:t> </a:t>
            </a:r>
            <a:r>
              <a:rPr lang="en-US" sz="1700" spc="-5" dirty="0">
                <a:cs typeface="Calibri"/>
              </a:rPr>
              <a:t>permission</a:t>
            </a:r>
            <a:endParaRPr lang="en-US" sz="1700" dirty="0">
              <a:cs typeface="Calibri"/>
            </a:endParaRPr>
          </a:p>
          <a:p>
            <a:pPr marL="698366" lvl="1" indent="-228556">
              <a:spcBef>
                <a:spcPts val="215"/>
              </a:spcBef>
              <a:buFont typeface="Arial"/>
              <a:buChar char="•"/>
              <a:tabLst>
                <a:tab pos="698366" algn="l"/>
              </a:tabLst>
            </a:pPr>
            <a:r>
              <a:rPr lang="en-US" sz="1700" dirty="0">
                <a:cs typeface="Calibri"/>
              </a:rPr>
              <a:t>No </a:t>
            </a:r>
            <a:r>
              <a:rPr lang="en-US" sz="1700" spc="-20" dirty="0">
                <a:cs typeface="Calibri"/>
              </a:rPr>
              <a:t>row </a:t>
            </a:r>
            <a:r>
              <a:rPr lang="en-US" sz="1700" spc="-5" dirty="0">
                <a:cs typeface="Calibri"/>
              </a:rPr>
              <a:t>width</a:t>
            </a:r>
            <a:r>
              <a:rPr lang="en-US" sz="1700" spc="-20" dirty="0">
                <a:cs typeface="Calibri"/>
              </a:rPr>
              <a:t> </a:t>
            </a:r>
            <a:r>
              <a:rPr lang="en-US" sz="1700" dirty="0">
                <a:cs typeface="Calibri"/>
              </a:rPr>
              <a:t>limit</a:t>
            </a:r>
          </a:p>
          <a:p>
            <a:pPr marL="698366" lvl="1" indent="-228556">
              <a:spcBef>
                <a:spcPts val="220"/>
              </a:spcBef>
              <a:buFont typeface="Arial"/>
              <a:buChar char="•"/>
              <a:tabLst>
                <a:tab pos="698366" algn="l"/>
              </a:tabLst>
            </a:pPr>
            <a:r>
              <a:rPr lang="en-US" sz="1700" spc="-5" dirty="0">
                <a:cs typeface="Calibri"/>
              </a:rPr>
              <a:t>Supports </a:t>
            </a:r>
            <a:r>
              <a:rPr lang="en-US" sz="1700" spc="-10" dirty="0">
                <a:cs typeface="Calibri"/>
              </a:rPr>
              <a:t>delimiters </a:t>
            </a:r>
            <a:r>
              <a:rPr lang="en-US" sz="1700" dirty="0">
                <a:cs typeface="Calibri"/>
              </a:rPr>
              <a:t>in</a:t>
            </a:r>
            <a:r>
              <a:rPr lang="en-US" sz="1700" spc="-35" dirty="0">
                <a:cs typeface="Calibri"/>
              </a:rPr>
              <a:t> </a:t>
            </a:r>
            <a:r>
              <a:rPr lang="en-US" sz="1700" spc="-15" dirty="0">
                <a:cs typeface="Calibri"/>
              </a:rPr>
              <a:t>text</a:t>
            </a:r>
            <a:endParaRPr lang="en-US" sz="1700" dirty="0">
              <a:cs typeface="Calibri"/>
            </a:endParaRPr>
          </a:p>
          <a:p>
            <a:pPr marL="698366" marR="5079" lvl="1" indent="-228556">
              <a:lnSpc>
                <a:spcPts val="2590"/>
              </a:lnSpc>
              <a:spcBef>
                <a:spcPts val="530"/>
              </a:spcBef>
              <a:buFont typeface="Arial"/>
              <a:buChar char="•"/>
              <a:tabLst>
                <a:tab pos="698366" algn="l"/>
              </a:tabLst>
            </a:pPr>
            <a:r>
              <a:rPr lang="en-US" sz="1700" spc="-5" dirty="0">
                <a:cs typeface="Calibri"/>
              </a:rPr>
              <a:t>Supports </a:t>
            </a:r>
            <a:r>
              <a:rPr lang="en-US" sz="1700" spc="-10" dirty="0">
                <a:cs typeface="Calibri"/>
              </a:rPr>
              <a:t>custom column </a:t>
            </a:r>
            <a:r>
              <a:rPr lang="en-US" sz="1700" dirty="0">
                <a:cs typeface="Calibri"/>
              </a:rPr>
              <a:t>and</a:t>
            </a:r>
            <a:r>
              <a:rPr lang="en-US" sz="1700" spc="-100" dirty="0">
                <a:cs typeface="Calibri"/>
              </a:rPr>
              <a:t> </a:t>
            </a:r>
            <a:r>
              <a:rPr lang="en-US" sz="1700" spc="-20" dirty="0">
                <a:cs typeface="Calibri"/>
              </a:rPr>
              <a:t>row  </a:t>
            </a:r>
            <a:r>
              <a:rPr lang="en-US" sz="1700" spc="-10" dirty="0">
                <a:cs typeface="Calibri"/>
              </a:rPr>
              <a:t>delimiters</a:t>
            </a:r>
            <a:endParaRPr lang="en-US" sz="1700" dirty="0">
              <a:cs typeface="Calibri"/>
            </a:endParaRPr>
          </a:p>
          <a:p>
            <a:endParaRPr lang="en-US" sz="1700" dirty="0"/>
          </a:p>
        </p:txBody>
      </p:sp>
      <p:sp>
        <p:nvSpPr>
          <p:cNvPr id="4" name="Rectangle 3">
            <a:extLst>
              <a:ext uri="{FF2B5EF4-FFF2-40B4-BE49-F238E27FC236}">
                <a16:creationId xmlns:a16="http://schemas.microsoft.com/office/drawing/2014/main" id="{D8BAC970-3C1B-4998-A299-14405C0DD997}"/>
              </a:ext>
            </a:extLst>
          </p:cNvPr>
          <p:cNvSpPr/>
          <p:nvPr/>
        </p:nvSpPr>
        <p:spPr bwMode="auto">
          <a:xfrm>
            <a:off x="735822" y="1405370"/>
            <a:ext cx="4478533" cy="826269"/>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85" tIns="143428" rIns="179285" bIns="143428" numCol="1" spcCol="0" rtlCol="0" fromWordArt="0" anchor="ctr" anchorCtr="0" forceAA="0" compatLnSpc="1">
            <a:prstTxWarp prst="textNoShape">
              <a:avLst/>
            </a:prstTxWarp>
            <a:noAutofit/>
          </a:bodyPr>
          <a:lstStyle/>
          <a:p>
            <a:pPr algn="ctr" defTabSz="914102" fontAlgn="base">
              <a:spcBef>
                <a:spcPct val="0"/>
              </a:spcBef>
              <a:spcAft>
                <a:spcPct val="0"/>
              </a:spcAft>
            </a:pPr>
            <a:r>
              <a:rPr lang="en-US" sz="3137" b="1" dirty="0">
                <a:gradFill>
                  <a:gsLst>
                    <a:gs pos="0">
                      <a:srgbClr val="FFFFFF"/>
                    </a:gs>
                    <a:gs pos="100000">
                      <a:srgbClr val="FFFFFF"/>
                    </a:gs>
                  </a:gsLst>
                  <a:lin ang="5400000" scaled="0"/>
                </a:gradFill>
                <a:ea typeface="Segoe UI" pitchFamily="34" charset="0"/>
                <a:cs typeface="Segoe UI" pitchFamily="34" charset="0"/>
              </a:rPr>
              <a:t>PolyBase</a:t>
            </a:r>
          </a:p>
        </p:txBody>
      </p:sp>
      <p:sp>
        <p:nvSpPr>
          <p:cNvPr id="5" name="Rectangle 4">
            <a:extLst>
              <a:ext uri="{FF2B5EF4-FFF2-40B4-BE49-F238E27FC236}">
                <a16:creationId xmlns:a16="http://schemas.microsoft.com/office/drawing/2014/main" id="{58604E90-FE3F-4C71-BE6C-5970BC5BD0DE}"/>
              </a:ext>
            </a:extLst>
          </p:cNvPr>
          <p:cNvSpPr/>
          <p:nvPr/>
        </p:nvSpPr>
        <p:spPr bwMode="auto">
          <a:xfrm>
            <a:off x="6482881" y="1405369"/>
            <a:ext cx="4625889" cy="826269"/>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85" tIns="143428" rIns="179285" bIns="143428" numCol="1" spcCol="0" rtlCol="0" fromWordArt="0" anchor="ctr" anchorCtr="0" forceAA="0" compatLnSpc="1">
            <a:prstTxWarp prst="textNoShape">
              <a:avLst/>
            </a:prstTxWarp>
            <a:noAutofit/>
          </a:bodyPr>
          <a:lstStyle/>
          <a:p>
            <a:pPr algn="ctr" defTabSz="914102" fontAlgn="base">
              <a:spcBef>
                <a:spcPct val="0"/>
              </a:spcBef>
              <a:spcAft>
                <a:spcPct val="0"/>
              </a:spcAft>
            </a:pPr>
            <a:r>
              <a:rPr lang="en-US" sz="3137" b="1" dirty="0">
                <a:gradFill>
                  <a:gsLst>
                    <a:gs pos="0">
                      <a:srgbClr val="FFFFFF"/>
                    </a:gs>
                    <a:gs pos="100000">
                      <a:srgbClr val="FFFFFF"/>
                    </a:gs>
                  </a:gsLst>
                  <a:lin ang="5400000" scaled="0"/>
                </a:gradFill>
                <a:ea typeface="Segoe UI" pitchFamily="34" charset="0"/>
                <a:cs typeface="Segoe UI" pitchFamily="34" charset="0"/>
              </a:rPr>
              <a:t>COPY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1000"/>
                                        <p:tgtEl>
                                          <p:spTgt spid="8">
                                            <p:txEl>
                                              <p:pRg st="0" end="0"/>
                                            </p:txEl>
                                          </p:spTgt>
                                        </p:tgtEl>
                                      </p:cBhvr>
                                    </p:animEffect>
                                    <p:anim calcmode="lin" valueType="num">
                                      <p:cBhvr>
                                        <p:cTn id="1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1000"/>
                                        <p:tgtEl>
                                          <p:spTgt spid="8">
                                            <p:txEl>
                                              <p:pRg st="1" end="1"/>
                                            </p:txEl>
                                          </p:spTgt>
                                        </p:tgtEl>
                                      </p:cBhvr>
                                    </p:animEffect>
                                    <p:anim calcmode="lin" valueType="num">
                                      <p:cBhvr>
                                        <p:cTn id="1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1000"/>
                                        <p:tgtEl>
                                          <p:spTgt spid="8">
                                            <p:txEl>
                                              <p:pRg st="2" end="2"/>
                                            </p:txEl>
                                          </p:spTgt>
                                        </p:tgtEl>
                                      </p:cBhvr>
                                    </p:animEffect>
                                    <p:anim calcmode="lin" valueType="num">
                                      <p:cBhvr>
                                        <p:cTn id="2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fade">
                                      <p:cBhvr>
                                        <p:cTn id="27" dur="1000"/>
                                        <p:tgtEl>
                                          <p:spTgt spid="8">
                                            <p:txEl>
                                              <p:pRg st="3" end="3"/>
                                            </p:txEl>
                                          </p:spTgt>
                                        </p:tgtEl>
                                      </p:cBhvr>
                                    </p:animEffect>
                                    <p:anim calcmode="lin" valueType="num">
                                      <p:cBhvr>
                                        <p:cTn id="2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fade">
                                      <p:cBhvr>
                                        <p:cTn id="32" dur="1000"/>
                                        <p:tgtEl>
                                          <p:spTgt spid="8">
                                            <p:txEl>
                                              <p:pRg st="4" end="4"/>
                                            </p:txEl>
                                          </p:spTgt>
                                        </p:tgtEl>
                                      </p:cBhvr>
                                    </p:animEffect>
                                    <p:anim calcmode="lin" valueType="num">
                                      <p:cBhvr>
                                        <p:cTn id="3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8">
                                            <p:txEl>
                                              <p:pRg st="4" end="4"/>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fade">
                                      <p:cBhvr>
                                        <p:cTn id="37" dur="1000"/>
                                        <p:tgtEl>
                                          <p:spTgt spid="8">
                                            <p:txEl>
                                              <p:pRg st="5" end="5"/>
                                            </p:txEl>
                                          </p:spTgt>
                                        </p:tgtEl>
                                      </p:cBhvr>
                                    </p:animEffect>
                                    <p:anim calcmode="lin" valueType="num">
                                      <p:cBhvr>
                                        <p:cTn id="3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8">
                                            <p:txEl>
                                              <p:pRg st="5" end="5"/>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8">
                                            <p:txEl>
                                              <p:pRg st="6" end="6"/>
                                            </p:txEl>
                                          </p:spTgt>
                                        </p:tgtEl>
                                        <p:attrNameLst>
                                          <p:attrName>style.visibility</p:attrName>
                                        </p:attrNameLst>
                                      </p:cBhvr>
                                      <p:to>
                                        <p:strVal val="visible"/>
                                      </p:to>
                                    </p:set>
                                    <p:animEffect transition="in" filter="fade">
                                      <p:cBhvr>
                                        <p:cTn id="42" dur="1000"/>
                                        <p:tgtEl>
                                          <p:spTgt spid="8">
                                            <p:txEl>
                                              <p:pRg st="6" end="6"/>
                                            </p:txEl>
                                          </p:spTgt>
                                        </p:tgtEl>
                                      </p:cBhvr>
                                    </p:animEffect>
                                    <p:anim calcmode="lin" valueType="num">
                                      <p:cBhvr>
                                        <p:cTn id="4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6" end="6"/>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8">
                                            <p:txEl>
                                              <p:pRg st="7" end="7"/>
                                            </p:txEl>
                                          </p:spTgt>
                                        </p:tgtEl>
                                        <p:attrNameLst>
                                          <p:attrName>style.visibility</p:attrName>
                                        </p:attrNameLst>
                                      </p:cBhvr>
                                      <p:to>
                                        <p:strVal val="visible"/>
                                      </p:to>
                                    </p:set>
                                    <p:animEffect transition="in" filter="fade">
                                      <p:cBhvr>
                                        <p:cTn id="47" dur="1000"/>
                                        <p:tgtEl>
                                          <p:spTgt spid="8">
                                            <p:txEl>
                                              <p:pRg st="7" end="7"/>
                                            </p:txEl>
                                          </p:spTgt>
                                        </p:tgtEl>
                                      </p:cBhvr>
                                    </p:animEffect>
                                    <p:anim calcmode="lin" valueType="num">
                                      <p:cBhvr>
                                        <p:cTn id="48"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8">
                                            <p:txEl>
                                              <p:pRg st="7" end="7"/>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fade">
                                      <p:cBhvr>
                                        <p:cTn id="52" dur="1000"/>
                                        <p:tgtEl>
                                          <p:spTgt spid="4"/>
                                        </p:tgtEl>
                                      </p:cBhvr>
                                    </p:animEffect>
                                    <p:anim calcmode="lin" valueType="num">
                                      <p:cBhvr>
                                        <p:cTn id="53" dur="1000" fill="hold"/>
                                        <p:tgtEl>
                                          <p:spTgt spid="4"/>
                                        </p:tgtEl>
                                        <p:attrNameLst>
                                          <p:attrName>ppt_x</p:attrName>
                                        </p:attrNameLst>
                                      </p:cBhvr>
                                      <p:tavLst>
                                        <p:tav tm="0">
                                          <p:val>
                                            <p:strVal val="#ppt_x"/>
                                          </p:val>
                                        </p:tav>
                                        <p:tav tm="100000">
                                          <p:val>
                                            <p:strVal val="#ppt_x"/>
                                          </p:val>
                                        </p:tav>
                                      </p:tavLst>
                                    </p:anim>
                                    <p:anim calcmode="lin" valueType="num">
                                      <p:cBhvr>
                                        <p:cTn id="5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1000"/>
                                        <p:tgtEl>
                                          <p:spTgt spid="14"/>
                                        </p:tgtEl>
                                      </p:cBhvr>
                                    </p:animEffect>
                                    <p:anim calcmode="lin" valueType="num">
                                      <p:cBhvr>
                                        <p:cTn id="60" dur="1000" fill="hold"/>
                                        <p:tgtEl>
                                          <p:spTgt spid="14"/>
                                        </p:tgtEl>
                                        <p:attrNameLst>
                                          <p:attrName>ppt_x</p:attrName>
                                        </p:attrNameLst>
                                      </p:cBhvr>
                                      <p:tavLst>
                                        <p:tav tm="0">
                                          <p:val>
                                            <p:strVal val="#ppt_x"/>
                                          </p:val>
                                        </p:tav>
                                        <p:tav tm="100000">
                                          <p:val>
                                            <p:strVal val="#ppt_x"/>
                                          </p:val>
                                        </p:tav>
                                      </p:tavLst>
                                    </p:anim>
                                    <p:anim calcmode="lin" valueType="num">
                                      <p:cBhvr>
                                        <p:cTn id="61" dur="1000" fill="hold"/>
                                        <p:tgtEl>
                                          <p:spTgt spid="1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9">
                                            <p:txEl>
                                              <p:pRg st="1" end="1"/>
                                            </p:txEl>
                                          </p:spTgt>
                                        </p:tgtEl>
                                        <p:attrNameLst>
                                          <p:attrName>style.visibility</p:attrName>
                                        </p:attrNameLst>
                                      </p:cBhvr>
                                      <p:to>
                                        <p:strVal val="visible"/>
                                      </p:to>
                                    </p:set>
                                    <p:animEffect transition="in" filter="fade">
                                      <p:cBhvr>
                                        <p:cTn id="64" dur="1000"/>
                                        <p:tgtEl>
                                          <p:spTgt spid="9">
                                            <p:txEl>
                                              <p:pRg st="1" end="1"/>
                                            </p:txEl>
                                          </p:spTgt>
                                        </p:tgtEl>
                                      </p:cBhvr>
                                    </p:animEffect>
                                    <p:anim calcmode="lin" valueType="num">
                                      <p:cBhvr>
                                        <p:cTn id="6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6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9">
                                            <p:txEl>
                                              <p:pRg st="2" end="2"/>
                                            </p:txEl>
                                          </p:spTgt>
                                        </p:tgtEl>
                                        <p:attrNameLst>
                                          <p:attrName>style.visibility</p:attrName>
                                        </p:attrNameLst>
                                      </p:cBhvr>
                                      <p:to>
                                        <p:strVal val="visible"/>
                                      </p:to>
                                    </p:set>
                                    <p:animEffect transition="in" filter="fade">
                                      <p:cBhvr>
                                        <p:cTn id="69" dur="1000"/>
                                        <p:tgtEl>
                                          <p:spTgt spid="9">
                                            <p:txEl>
                                              <p:pRg st="2" end="2"/>
                                            </p:txEl>
                                          </p:spTgt>
                                        </p:tgtEl>
                                      </p:cBhvr>
                                    </p:animEffect>
                                    <p:anim calcmode="lin" valueType="num">
                                      <p:cBhvr>
                                        <p:cTn id="7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7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9">
                                            <p:txEl>
                                              <p:pRg st="3" end="3"/>
                                            </p:txEl>
                                          </p:spTgt>
                                        </p:tgtEl>
                                        <p:attrNameLst>
                                          <p:attrName>style.visibility</p:attrName>
                                        </p:attrNameLst>
                                      </p:cBhvr>
                                      <p:to>
                                        <p:strVal val="visible"/>
                                      </p:to>
                                    </p:set>
                                    <p:animEffect transition="in" filter="fade">
                                      <p:cBhvr>
                                        <p:cTn id="74" dur="1000"/>
                                        <p:tgtEl>
                                          <p:spTgt spid="9">
                                            <p:txEl>
                                              <p:pRg st="3" end="3"/>
                                            </p:txEl>
                                          </p:spTgt>
                                        </p:tgtEl>
                                      </p:cBhvr>
                                    </p:animEffect>
                                    <p:anim calcmode="lin" valueType="num">
                                      <p:cBhvr>
                                        <p:cTn id="7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7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9">
                                            <p:txEl>
                                              <p:pRg st="4" end="4"/>
                                            </p:txEl>
                                          </p:spTgt>
                                        </p:tgtEl>
                                        <p:attrNameLst>
                                          <p:attrName>style.visibility</p:attrName>
                                        </p:attrNameLst>
                                      </p:cBhvr>
                                      <p:to>
                                        <p:strVal val="visible"/>
                                      </p:to>
                                    </p:set>
                                    <p:animEffect transition="in" filter="fade">
                                      <p:cBhvr>
                                        <p:cTn id="79" dur="1000"/>
                                        <p:tgtEl>
                                          <p:spTgt spid="9">
                                            <p:txEl>
                                              <p:pRg st="4" end="4"/>
                                            </p:txEl>
                                          </p:spTgt>
                                        </p:tgtEl>
                                      </p:cBhvr>
                                    </p:animEffect>
                                    <p:anim calcmode="lin" valueType="num">
                                      <p:cBhvr>
                                        <p:cTn id="8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81" dur="1000" fill="hold"/>
                                        <p:tgtEl>
                                          <p:spTgt spid="9">
                                            <p:txEl>
                                              <p:pRg st="4" end="4"/>
                                            </p:txEl>
                                          </p:spTgt>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5"/>
                                        </p:tgtEl>
                                        <p:attrNameLst>
                                          <p:attrName>style.visibility</p:attrName>
                                        </p:attrNameLst>
                                      </p:cBhvr>
                                      <p:to>
                                        <p:strVal val="visible"/>
                                      </p:to>
                                    </p:set>
                                    <p:animEffect transition="in" filter="fade">
                                      <p:cBhvr>
                                        <p:cTn id="84" dur="1000"/>
                                        <p:tgtEl>
                                          <p:spTgt spid="5"/>
                                        </p:tgtEl>
                                      </p:cBhvr>
                                    </p:animEffect>
                                    <p:anim calcmode="lin" valueType="num">
                                      <p:cBhvr>
                                        <p:cTn id="85" dur="1000" fill="hold"/>
                                        <p:tgtEl>
                                          <p:spTgt spid="5"/>
                                        </p:tgtEl>
                                        <p:attrNameLst>
                                          <p:attrName>ppt_x</p:attrName>
                                        </p:attrNameLst>
                                      </p:cBhvr>
                                      <p:tavLst>
                                        <p:tav tm="0">
                                          <p:val>
                                            <p:strVal val="#ppt_x"/>
                                          </p:val>
                                        </p:tav>
                                        <p:tav tm="100000">
                                          <p:val>
                                            <p:strVal val="#ppt_x"/>
                                          </p:val>
                                        </p:tav>
                                      </p:tavLst>
                                    </p:anim>
                                    <p:anim calcmode="lin" valueType="num">
                                      <p:cBhvr>
                                        <p:cTn id="8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6" grpId="0" animBg="1"/>
      <p:bldP spid="8" grpId="0" build="p"/>
      <p:bldP spid="9" grpId="0" build="p"/>
      <p:bldP spid="4" grpId="0" animBg="1"/>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C566025C-BBB6-44E4-A420-796A45B85A9D}"/>
              </a:ext>
            </a:extLst>
          </p:cNvPr>
          <p:cNvSpPr>
            <a:spLocks noGrp="1"/>
          </p:cNvSpPr>
          <p:nvPr>
            <p:ph type="title"/>
          </p:nvPr>
        </p:nvSpPr>
        <p:spPr/>
        <p:txBody>
          <a:bodyPr/>
          <a:lstStyle/>
          <a:p>
            <a:r>
              <a:rPr lang="en-US" dirty="0"/>
              <a:t>Copy Activity</a:t>
            </a:r>
          </a:p>
        </p:txBody>
      </p:sp>
      <p:sp>
        <p:nvSpPr>
          <p:cNvPr id="2" name="Footer Placeholder 1">
            <a:extLst>
              <a:ext uri="{FF2B5EF4-FFF2-40B4-BE49-F238E27FC236}">
                <a16:creationId xmlns:a16="http://schemas.microsoft.com/office/drawing/2014/main" id="{B25E54AB-46C6-438E-BC0B-5C616739F564}"/>
              </a:ext>
            </a:extLst>
          </p:cNvPr>
          <p:cNvSpPr>
            <a:spLocks noGrp="1"/>
          </p:cNvSpPr>
          <p:nvPr>
            <p:ph type="ftr" sz="quarter" idx="3"/>
          </p:nvPr>
        </p:nvSpPr>
        <p:spPr/>
        <p:txBody>
          <a:bodyPr/>
          <a:lstStyle/>
          <a:p>
            <a:r>
              <a:rPr lang="en-US"/>
              <a:t>WWW.SOLLIANCE.NET</a:t>
            </a:r>
            <a:endParaRPr lang="en-US" dirty="0"/>
          </a:p>
        </p:txBody>
      </p:sp>
      <p:sp>
        <p:nvSpPr>
          <p:cNvPr id="3" name="Slide Number Placeholder 2">
            <a:extLst>
              <a:ext uri="{FF2B5EF4-FFF2-40B4-BE49-F238E27FC236}">
                <a16:creationId xmlns:a16="http://schemas.microsoft.com/office/drawing/2014/main" id="{BCB0E99C-D32E-49FB-A05B-CB73BA759ADE}"/>
              </a:ext>
            </a:extLst>
          </p:cNvPr>
          <p:cNvSpPr>
            <a:spLocks noGrp="1"/>
          </p:cNvSpPr>
          <p:nvPr>
            <p:ph type="sldNum" sz="quarter" idx="4"/>
          </p:nvPr>
        </p:nvSpPr>
        <p:spPr/>
        <p:txBody>
          <a:bodyPr/>
          <a:lstStyle/>
          <a:p>
            <a:fld id="{00F9DAA1-1DF7-43E0-8E29-0CE1148553C7}" type="slidenum">
              <a:rPr lang="en-US" smtClean="0"/>
              <a:pPr/>
              <a:t>16</a:t>
            </a:fld>
            <a:endParaRPr lang="en-US" dirty="0"/>
          </a:p>
        </p:txBody>
      </p:sp>
      <p:pic>
        <p:nvPicPr>
          <p:cNvPr id="18" name="Picture 17">
            <a:extLst>
              <a:ext uri="{FF2B5EF4-FFF2-40B4-BE49-F238E27FC236}">
                <a16:creationId xmlns:a16="http://schemas.microsoft.com/office/drawing/2014/main" id="{6AD5D6CB-F0A4-46D6-B006-F466FFE986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9815" y="1173485"/>
            <a:ext cx="7836678" cy="5030819"/>
          </a:xfrm>
          <a:prstGeom prst="rect">
            <a:avLst/>
          </a:prstGeom>
        </p:spPr>
      </p:pic>
    </p:spTree>
    <p:extLst>
      <p:ext uri="{BB962C8B-B14F-4D97-AF65-F5344CB8AC3E}">
        <p14:creationId xmlns:p14="http://schemas.microsoft.com/office/powerpoint/2010/main" val="1934767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C0607E9-6175-B1F0-7B9E-746E0C768C9C}"/>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465FA782-B6A2-3CAF-3CEE-1BB7A7E8E72E}"/>
              </a:ext>
            </a:extLst>
          </p:cNvPr>
          <p:cNvSpPr>
            <a:spLocks noGrp="1"/>
          </p:cNvSpPr>
          <p:nvPr>
            <p:ph type="body" sz="quarter" idx="10"/>
          </p:nvPr>
        </p:nvSpPr>
        <p:spPr/>
        <p:txBody>
          <a:bodyPr/>
          <a:lstStyle/>
          <a:p>
            <a:r>
              <a:rPr lang="en-US" dirty="0"/>
              <a:t>3</a:t>
            </a:r>
          </a:p>
        </p:txBody>
      </p:sp>
      <p:sp>
        <p:nvSpPr>
          <p:cNvPr id="4" name="Title 3">
            <a:extLst>
              <a:ext uri="{FF2B5EF4-FFF2-40B4-BE49-F238E27FC236}">
                <a16:creationId xmlns:a16="http://schemas.microsoft.com/office/drawing/2014/main" id="{EB19FBC3-BB42-BF0F-ACE9-73C71F7D2429}"/>
              </a:ext>
            </a:extLst>
          </p:cNvPr>
          <p:cNvSpPr>
            <a:spLocks noGrp="1"/>
          </p:cNvSpPr>
          <p:nvPr>
            <p:ph type="ctrTitle"/>
          </p:nvPr>
        </p:nvSpPr>
        <p:spPr/>
        <p:txBody>
          <a:bodyPr>
            <a:normAutofit fontScale="90000"/>
          </a:bodyPr>
          <a:lstStyle/>
          <a:p>
            <a:r>
              <a:rPr lang="en-US" dirty="0"/>
              <a:t>Integrate data from Notebooks with Azure Data Factory or Azure Synapse Pipelines</a:t>
            </a:r>
          </a:p>
        </p:txBody>
      </p:sp>
    </p:spTree>
    <p:extLst>
      <p:ext uri="{BB962C8B-B14F-4D97-AF65-F5344CB8AC3E}">
        <p14:creationId xmlns:p14="http://schemas.microsoft.com/office/powerpoint/2010/main" val="3629942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6F7A44B-E0BB-4920-8630-64C5E07E5A51}"/>
              </a:ext>
            </a:extLst>
          </p:cNvPr>
          <p:cNvSpPr>
            <a:spLocks noGrp="1"/>
          </p:cNvSpPr>
          <p:nvPr>
            <p:ph type="ftr" sz="quarter" idx="3"/>
          </p:nvPr>
        </p:nvSpPr>
        <p:spPr/>
        <p:txBody>
          <a:bodyPr/>
          <a:lstStyle/>
          <a:p>
            <a:r>
              <a:rPr lang="en-US"/>
              <a:t>WWW.SOLLIANCE.NET</a:t>
            </a:r>
            <a:endParaRPr lang="en-US" dirty="0"/>
          </a:p>
        </p:txBody>
      </p:sp>
      <p:sp>
        <p:nvSpPr>
          <p:cNvPr id="3" name="Slide Number Placeholder 2">
            <a:extLst>
              <a:ext uri="{FF2B5EF4-FFF2-40B4-BE49-F238E27FC236}">
                <a16:creationId xmlns:a16="http://schemas.microsoft.com/office/drawing/2014/main" id="{1528CA56-F812-4184-8729-25899B9D265B}"/>
              </a:ext>
            </a:extLst>
          </p:cNvPr>
          <p:cNvSpPr>
            <a:spLocks noGrp="1"/>
          </p:cNvSpPr>
          <p:nvPr>
            <p:ph type="sldNum" sz="quarter" idx="4"/>
          </p:nvPr>
        </p:nvSpPr>
        <p:spPr/>
        <p:txBody>
          <a:bodyPr/>
          <a:lstStyle/>
          <a:p>
            <a:fld id="{00F9DAA1-1DF7-43E0-8E29-0CE1148553C7}" type="slidenum">
              <a:rPr lang="en-US" smtClean="0"/>
              <a:pPr/>
              <a:t>18</a:t>
            </a:fld>
            <a:endParaRPr lang="en-US" dirty="0"/>
          </a:p>
        </p:txBody>
      </p:sp>
      <p:pic>
        <p:nvPicPr>
          <p:cNvPr id="2052" name="Picture 4">
            <a:extLst>
              <a:ext uri="{FF2B5EF4-FFF2-40B4-BE49-F238E27FC236}">
                <a16:creationId xmlns:a16="http://schemas.microsoft.com/office/drawing/2014/main" id="{1BE5FDDA-6D1C-45F0-9EDB-2FA91A3DC3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3295" y="490404"/>
            <a:ext cx="9498705" cy="577949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D7B4DFC-AA7E-4C05-83D8-FE8F97EFFF99}"/>
              </a:ext>
            </a:extLst>
          </p:cNvPr>
          <p:cNvSpPr txBox="1"/>
          <p:nvPr/>
        </p:nvSpPr>
        <p:spPr>
          <a:xfrm>
            <a:off x="214552" y="1144277"/>
            <a:ext cx="2278337" cy="3693319"/>
          </a:xfrm>
          <a:prstGeom prst="rect">
            <a:avLst/>
          </a:prstGeom>
          <a:noFill/>
        </p:spPr>
        <p:txBody>
          <a:bodyPr wrap="square" rtlCol="0">
            <a:spAutoFit/>
          </a:bodyPr>
          <a:lstStyle/>
          <a:p>
            <a:r>
              <a:rPr lang="en-US" dirty="0"/>
              <a:t>The Synapse pipeline notebook activity can send parameters to the notebook.</a:t>
            </a:r>
          </a:p>
          <a:p>
            <a:endParaRPr lang="en-US" dirty="0"/>
          </a:p>
          <a:p>
            <a:r>
              <a:rPr lang="en-US" dirty="0"/>
              <a:t>Notice the name of </a:t>
            </a:r>
            <a:r>
              <a:rPr lang="en-US" b="1" dirty="0" err="1"/>
              <a:t>runId</a:t>
            </a:r>
            <a:r>
              <a:rPr lang="en-US" dirty="0"/>
              <a:t> matches the name of the parameter variable used in the parameter cell.</a:t>
            </a:r>
          </a:p>
        </p:txBody>
      </p:sp>
    </p:spTree>
    <p:extLst>
      <p:ext uri="{BB962C8B-B14F-4D97-AF65-F5344CB8AC3E}">
        <p14:creationId xmlns:p14="http://schemas.microsoft.com/office/powerpoint/2010/main" val="744479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3415452"/>
            <a:ext cx="9144000" cy="1096613"/>
          </a:xfrm>
        </p:spPr>
        <p:txBody>
          <a:bodyPr>
            <a:normAutofit fontScale="90000"/>
          </a:bodyPr>
          <a:lstStyle/>
          <a:p>
            <a:r>
              <a:rPr lang="en-US" dirty="0"/>
              <a:t>LAB 10: Build </a:t>
            </a:r>
            <a:r>
              <a:rPr lang="en-US"/>
              <a:t>a data pipeline </a:t>
            </a:r>
            <a:r>
              <a:rPr lang="en-US" dirty="0"/>
              <a:t>in</a:t>
            </a:r>
            <a:br>
              <a:rPr lang="en-US" dirty="0"/>
            </a:br>
            <a:r>
              <a:rPr lang="en-US" dirty="0"/>
              <a:t>Azure Synapse Analytics</a:t>
            </a:r>
          </a:p>
        </p:txBody>
      </p:sp>
      <p:sp>
        <p:nvSpPr>
          <p:cNvPr id="3" name="Subtitle 2">
            <a:extLst>
              <a:ext uri="{FF2B5EF4-FFF2-40B4-BE49-F238E27FC236}">
                <a16:creationId xmlns:a16="http://schemas.microsoft.com/office/drawing/2014/main" id="{78BC2C14-5B54-4319-BA1D-46B0C6B5B674}"/>
              </a:ext>
            </a:extLst>
          </p:cNvPr>
          <p:cNvSpPr>
            <a:spLocks noGrp="1"/>
          </p:cNvSpPr>
          <p:nvPr>
            <p:ph type="subTitle" idx="1"/>
          </p:nvPr>
        </p:nvSpPr>
        <p:spPr>
          <a:xfrm>
            <a:off x="1387813" y="4843830"/>
            <a:ext cx="9144000" cy="531554"/>
          </a:xfrm>
        </p:spPr>
        <p:txBody>
          <a:bodyPr/>
          <a:lstStyle/>
          <a:p>
            <a:r>
              <a:rPr lang="en-US" dirty="0"/>
              <a:t>60 minutes</a:t>
            </a:r>
          </a:p>
        </p:txBody>
      </p:sp>
    </p:spTree>
    <p:extLst>
      <p:ext uri="{BB962C8B-B14F-4D97-AF65-F5344CB8AC3E}">
        <p14:creationId xmlns:p14="http://schemas.microsoft.com/office/powerpoint/2010/main" val="86463890"/>
      </p:ext>
    </p:extLst>
  </p:cSld>
  <p:clrMapOvr>
    <a:masterClrMapping/>
  </p:clrMapOvr>
</p:sld>
</file>

<file path=ppt/theme/theme1.xml><?xml version="1.0" encoding="utf-8"?>
<a:theme xmlns:a="http://schemas.openxmlformats.org/drawingml/2006/main" name="Office Theme">
  <a:themeElements>
    <a:clrScheme name="Solliance">
      <a:dk1>
        <a:srgbClr val="1A1F20"/>
      </a:dk1>
      <a:lt1>
        <a:sysClr val="window" lastClr="FFFFFF"/>
      </a:lt1>
      <a:dk2>
        <a:srgbClr val="0077C8"/>
      </a:dk2>
      <a:lt2>
        <a:srgbClr val="E7E6E6"/>
      </a:lt2>
      <a:accent1>
        <a:srgbClr val="008CE2"/>
      </a:accent1>
      <a:accent2>
        <a:srgbClr val="7DDAFF"/>
      </a:accent2>
      <a:accent3>
        <a:srgbClr val="EDE600"/>
      </a:accent3>
      <a:accent4>
        <a:srgbClr val="FCF6A7"/>
      </a:accent4>
      <a:accent5>
        <a:srgbClr val="46D577"/>
      </a:accent5>
      <a:accent6>
        <a:srgbClr val="9DE89F"/>
      </a:accent6>
      <a:hlink>
        <a:srgbClr val="0077C8"/>
      </a:hlink>
      <a:folHlink>
        <a:srgbClr val="46D577"/>
      </a:folHlink>
    </a:clrScheme>
    <a:fontScheme name="Custom 148">
      <a:majorFont>
        <a:latin typeface="Catamaran ExtraBold"/>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4526</TotalTime>
  <Words>2439</Words>
  <Application>Microsoft Office PowerPoint</Application>
  <PresentationFormat>Widescreen</PresentationFormat>
  <Paragraphs>249</Paragraphs>
  <Slides>19</Slides>
  <Notes>14</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Catamaran ExtraBold</vt:lpstr>
      <vt:lpstr>Helvetica Neue</vt:lpstr>
      <vt:lpstr>Lucida Sans</vt:lpstr>
      <vt:lpstr>Montserrat</vt:lpstr>
      <vt:lpstr>Segoe UI</vt:lpstr>
      <vt:lpstr>Segoe UI Light</vt:lpstr>
      <vt:lpstr>Office Theme</vt:lpstr>
      <vt:lpstr>Transfer and transform data with Azure Data Factory or Azure Synapse Pipelines</vt:lpstr>
      <vt:lpstr>Agenda</vt:lpstr>
      <vt:lpstr>Perform code-free transformations at scale with Azure Synapse Pipelines</vt:lpstr>
      <vt:lpstr>Code-free transformation at scale with Azure Data Factory or Azure Synapse Pipelines</vt:lpstr>
      <vt:lpstr>Building Azure Data Factory or Azure Synapse Pipelines</vt:lpstr>
      <vt:lpstr>What is Azure Data Factory?</vt:lpstr>
      <vt:lpstr>ADF Terminology</vt:lpstr>
      <vt:lpstr>Understand pipelines</vt:lpstr>
      <vt:lpstr>Linked services</vt:lpstr>
      <vt:lpstr>Datasets</vt:lpstr>
      <vt:lpstr>Pipelines</vt:lpstr>
      <vt:lpstr>Integration runtimes</vt:lpstr>
      <vt:lpstr>Comparing Azure Data Factory with Synapse Pipelines</vt:lpstr>
      <vt:lpstr>Petabyte-scale ingestion with the Copy data activity</vt:lpstr>
      <vt:lpstr>PolyBase vs COPY</vt:lpstr>
      <vt:lpstr>Copy Activity</vt:lpstr>
      <vt:lpstr>Integrate data from Notebooks with Azure Data Factory or Azure Synapse Pipelines</vt:lpstr>
      <vt:lpstr>PowerPoint Presentation</vt:lpstr>
      <vt:lpstr>LAB 10: Build a data pipeline in Azure Synapse Analytics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Khalay Chio</dc:creator>
  <cp:lastModifiedBy>Joel Hulen</cp:lastModifiedBy>
  <cp:revision>44</cp:revision>
  <dcterms:created xsi:type="dcterms:W3CDTF">2021-04-14T17:02:56Z</dcterms:created>
  <dcterms:modified xsi:type="dcterms:W3CDTF">2024-09-05T21:57:30Z</dcterms:modified>
</cp:coreProperties>
</file>
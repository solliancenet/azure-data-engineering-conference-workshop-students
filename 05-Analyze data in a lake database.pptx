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56" r:id="rId2"/>
    <p:sldId id="258" r:id="rId3"/>
    <p:sldId id="423" r:id="rId4"/>
    <p:sldId id="1792" r:id="rId5"/>
    <p:sldId id="2134805596" r:id="rId6"/>
    <p:sldId id="2134805597" r:id="rId7"/>
    <p:sldId id="2134805599" r:id="rId8"/>
    <p:sldId id="424" r:id="rId9"/>
    <p:sldId id="213480463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7C8"/>
    <a:srgbClr val="BABBBC"/>
    <a:srgbClr val="FFFFFF"/>
    <a:srgbClr val="0358A4"/>
    <a:srgbClr val="27AB53"/>
    <a:srgbClr val="46D577"/>
    <a:srgbClr val="CCC700"/>
    <a:srgbClr val="EDE600"/>
    <a:srgbClr val="008CE2"/>
    <a:srgbClr val="1A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E6CDAF2-4DAB-4AFB-81BD-CDA6B64800B2}" v="60" dt="2021-10-22T13:23:22.4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65310" autoAdjust="0"/>
  </p:normalViewPr>
  <p:slideViewPr>
    <p:cSldViewPr snapToGrid="0" showGuides="1">
      <p:cViewPr varScale="1">
        <p:scale>
          <a:sx n="79" d="100"/>
          <a:sy n="79" d="100"/>
        </p:scale>
        <p:origin x="1411" y="211"/>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Testa-O Neill" userId="5bbc7867-2897-41b3-9195-1c81bf62a82b" providerId="ADAL" clId="{0E6CDAF2-4DAB-4AFB-81BD-CDA6B64800B2}"/>
    <pc:docChg chg="undo custSel addSld delSld modSld sldOrd">
      <pc:chgData name="Chris Testa-O Neill" userId="5bbc7867-2897-41b3-9195-1c81bf62a82b" providerId="ADAL" clId="{0E6CDAF2-4DAB-4AFB-81BD-CDA6B64800B2}" dt="2021-10-22T13:23:22.409" v="1640" actId="13244"/>
      <pc:docMkLst>
        <pc:docMk/>
      </pc:docMkLst>
      <pc:sldChg chg="modSp mod">
        <pc:chgData name="Chris Testa-O Neill" userId="5bbc7867-2897-41b3-9195-1c81bf62a82b" providerId="ADAL" clId="{0E6CDAF2-4DAB-4AFB-81BD-CDA6B64800B2}" dt="2021-10-21T14:36:23.065" v="0"/>
        <pc:sldMkLst>
          <pc:docMk/>
          <pc:sldMk cId="3478225333" sldId="256"/>
        </pc:sldMkLst>
        <pc:spChg chg="mod">
          <ac:chgData name="Chris Testa-O Neill" userId="5bbc7867-2897-41b3-9195-1c81bf62a82b" providerId="ADAL" clId="{0E6CDAF2-4DAB-4AFB-81BD-CDA6B64800B2}" dt="2021-10-21T14:36:23.065" v="0"/>
          <ac:spMkLst>
            <pc:docMk/>
            <pc:sldMk cId="3478225333" sldId="256"/>
            <ac:spMk id="2" creationId="{21A99087-F939-4EAF-AD38-211701C7799F}"/>
          </ac:spMkLst>
        </pc:spChg>
      </pc:sldChg>
      <pc:sldChg chg="addSp delSp modSp mod modNotesTx">
        <pc:chgData name="Chris Testa-O Neill" userId="5bbc7867-2897-41b3-9195-1c81bf62a82b" providerId="ADAL" clId="{0E6CDAF2-4DAB-4AFB-81BD-CDA6B64800B2}" dt="2021-10-22T13:12:40.373" v="106" actId="313"/>
        <pc:sldMkLst>
          <pc:docMk/>
          <pc:sldMk cId="1380369443" sldId="257"/>
        </pc:sldMkLst>
        <pc:spChg chg="mod">
          <ac:chgData name="Chris Testa-O Neill" userId="5bbc7867-2897-41b3-9195-1c81bf62a82b" providerId="ADAL" clId="{0E6CDAF2-4DAB-4AFB-81BD-CDA6B64800B2}" dt="2021-10-21T14:37:21.910" v="3"/>
          <ac:spMkLst>
            <pc:docMk/>
            <pc:sldMk cId="1380369443" sldId="257"/>
            <ac:spMk id="2" creationId="{21A99087-F939-4EAF-AD38-211701C7799F}"/>
          </ac:spMkLst>
        </pc:spChg>
        <pc:spChg chg="add del mod">
          <ac:chgData name="Chris Testa-O Neill" userId="5bbc7867-2897-41b3-9195-1c81bf62a82b" providerId="ADAL" clId="{0E6CDAF2-4DAB-4AFB-81BD-CDA6B64800B2}" dt="2021-10-21T14:37:50.058" v="5"/>
          <ac:spMkLst>
            <pc:docMk/>
            <pc:sldMk cId="1380369443" sldId="257"/>
            <ac:spMk id="5" creationId="{4C38B3A8-355C-4DB1-BAB8-BDFDED1C4667}"/>
          </ac:spMkLst>
        </pc:spChg>
        <pc:spChg chg="add del mod">
          <ac:chgData name="Chris Testa-O Neill" userId="5bbc7867-2897-41b3-9195-1c81bf62a82b" providerId="ADAL" clId="{0E6CDAF2-4DAB-4AFB-81BD-CDA6B64800B2}" dt="2021-10-21T14:37:54.310" v="7"/>
          <ac:spMkLst>
            <pc:docMk/>
            <pc:sldMk cId="1380369443" sldId="257"/>
            <ac:spMk id="6" creationId="{B39C4D43-24D4-443D-A28D-DFF298712813}"/>
          </ac:spMkLst>
        </pc:spChg>
      </pc:sldChg>
      <pc:sldChg chg="modSp mod ord modNotesTx">
        <pc:chgData name="Chris Testa-O Neill" userId="5bbc7867-2897-41b3-9195-1c81bf62a82b" providerId="ADAL" clId="{0E6CDAF2-4DAB-4AFB-81BD-CDA6B64800B2}" dt="2021-10-22T13:22:03.834" v="1622"/>
        <pc:sldMkLst>
          <pc:docMk/>
          <pc:sldMk cId="2118431511" sldId="258"/>
        </pc:sldMkLst>
        <pc:spChg chg="mod">
          <ac:chgData name="Chris Testa-O Neill" userId="5bbc7867-2897-41b3-9195-1c81bf62a82b" providerId="ADAL" clId="{0E6CDAF2-4DAB-4AFB-81BD-CDA6B64800B2}" dt="2021-10-21T14:41:28.431" v="46" actId="20577"/>
          <ac:spMkLst>
            <pc:docMk/>
            <pc:sldMk cId="2118431511" sldId="258"/>
            <ac:spMk id="2" creationId="{21A99087-F939-4EAF-AD38-211701C7799F}"/>
          </ac:spMkLst>
        </pc:spChg>
        <pc:spChg chg="mod">
          <ac:chgData name="Chris Testa-O Neill" userId="5bbc7867-2897-41b3-9195-1c81bf62a82b" providerId="ADAL" clId="{0E6CDAF2-4DAB-4AFB-81BD-CDA6B64800B2}" dt="2021-10-22T13:22:03.834" v="1622"/>
          <ac:spMkLst>
            <pc:docMk/>
            <pc:sldMk cId="2118431511" sldId="258"/>
            <ac:spMk id="3" creationId="{78BC2C14-5B54-4319-BA1D-46B0C6B5B674}"/>
          </ac:spMkLst>
        </pc:spChg>
      </pc:sldChg>
      <pc:sldChg chg="modSp mod ord modNotesTx">
        <pc:chgData name="Chris Testa-O Neill" userId="5bbc7867-2897-41b3-9195-1c81bf62a82b" providerId="ADAL" clId="{0E6CDAF2-4DAB-4AFB-81BD-CDA6B64800B2}" dt="2021-10-21T14:48:34.441" v="84"/>
        <pc:sldMkLst>
          <pc:docMk/>
          <pc:sldMk cId="232016569" sldId="259"/>
        </pc:sldMkLst>
        <pc:spChg chg="mod">
          <ac:chgData name="Chris Testa-O Neill" userId="5bbc7867-2897-41b3-9195-1c81bf62a82b" providerId="ADAL" clId="{0E6CDAF2-4DAB-4AFB-81BD-CDA6B64800B2}" dt="2021-10-21T14:46:51.653" v="75"/>
          <ac:spMkLst>
            <pc:docMk/>
            <pc:sldMk cId="232016569" sldId="259"/>
            <ac:spMk id="2" creationId="{21A99087-F939-4EAF-AD38-211701C7799F}"/>
          </ac:spMkLst>
        </pc:spChg>
      </pc:sldChg>
      <pc:sldChg chg="addSp delSp modSp del mod">
        <pc:chgData name="Chris Testa-O Neill" userId="5bbc7867-2897-41b3-9195-1c81bf62a82b" providerId="ADAL" clId="{0E6CDAF2-4DAB-4AFB-81BD-CDA6B64800B2}" dt="2021-10-21T14:44:39.557" v="55" actId="47"/>
        <pc:sldMkLst>
          <pc:docMk/>
          <pc:sldMk cId="4064398181" sldId="273"/>
        </pc:sldMkLst>
        <pc:spChg chg="del">
          <ac:chgData name="Chris Testa-O Neill" userId="5bbc7867-2897-41b3-9195-1c81bf62a82b" providerId="ADAL" clId="{0E6CDAF2-4DAB-4AFB-81BD-CDA6B64800B2}" dt="2021-10-21T14:44:08.106" v="50" actId="478"/>
          <ac:spMkLst>
            <pc:docMk/>
            <pc:sldMk cId="4064398181" sldId="273"/>
            <ac:spMk id="8" creationId="{8A754C3E-84C7-4621-93E3-19D3322F8C24}"/>
          </ac:spMkLst>
        </pc:spChg>
        <pc:picChg chg="add del mod">
          <ac:chgData name="Chris Testa-O Neill" userId="5bbc7867-2897-41b3-9195-1c81bf62a82b" providerId="ADAL" clId="{0E6CDAF2-4DAB-4AFB-81BD-CDA6B64800B2}" dt="2021-10-21T14:44:32.068" v="54" actId="478"/>
          <ac:picMkLst>
            <pc:docMk/>
            <pc:sldMk cId="4064398181" sldId="273"/>
            <ac:picMk id="2" creationId="{4872422F-DC5A-42B8-B471-B3E666011082}"/>
          </ac:picMkLst>
        </pc:picChg>
      </pc:sldChg>
      <pc:sldChg chg="del">
        <pc:chgData name="Chris Testa-O Neill" userId="5bbc7867-2897-41b3-9195-1c81bf62a82b" providerId="ADAL" clId="{0E6CDAF2-4DAB-4AFB-81BD-CDA6B64800B2}" dt="2021-10-21T14:43:26.527" v="49"/>
        <pc:sldMkLst>
          <pc:docMk/>
          <pc:sldMk cId="692994915" sldId="274"/>
        </pc:sldMkLst>
      </pc:sldChg>
      <pc:sldChg chg="del">
        <pc:chgData name="Chris Testa-O Neill" userId="5bbc7867-2897-41b3-9195-1c81bf62a82b" providerId="ADAL" clId="{0E6CDAF2-4DAB-4AFB-81BD-CDA6B64800B2}" dt="2021-10-21T14:43:26.527" v="49"/>
        <pc:sldMkLst>
          <pc:docMk/>
          <pc:sldMk cId="3646350897" sldId="275"/>
        </pc:sldMkLst>
      </pc:sldChg>
      <pc:sldChg chg="del">
        <pc:chgData name="Chris Testa-O Neill" userId="5bbc7867-2897-41b3-9195-1c81bf62a82b" providerId="ADAL" clId="{0E6CDAF2-4DAB-4AFB-81BD-CDA6B64800B2}" dt="2021-10-21T14:43:26.527" v="49"/>
        <pc:sldMkLst>
          <pc:docMk/>
          <pc:sldMk cId="1319345838" sldId="276"/>
        </pc:sldMkLst>
      </pc:sldChg>
      <pc:sldChg chg="del">
        <pc:chgData name="Chris Testa-O Neill" userId="5bbc7867-2897-41b3-9195-1c81bf62a82b" providerId="ADAL" clId="{0E6CDAF2-4DAB-4AFB-81BD-CDA6B64800B2}" dt="2021-10-21T14:43:26.527" v="49"/>
        <pc:sldMkLst>
          <pc:docMk/>
          <pc:sldMk cId="175111734" sldId="277"/>
        </pc:sldMkLst>
      </pc:sldChg>
      <pc:sldChg chg="modSp mod modNotesTx">
        <pc:chgData name="Chris Testa-O Neill" userId="5bbc7867-2897-41b3-9195-1c81bf62a82b" providerId="ADAL" clId="{0E6CDAF2-4DAB-4AFB-81BD-CDA6B64800B2}" dt="2021-10-22T13:21:07.596" v="1607"/>
        <pc:sldMkLst>
          <pc:docMk/>
          <pc:sldMk cId="2612443108" sldId="418"/>
        </pc:sldMkLst>
        <pc:spChg chg="mod">
          <ac:chgData name="Chris Testa-O Neill" userId="5bbc7867-2897-41b3-9195-1c81bf62a82b" providerId="ADAL" clId="{0E6CDAF2-4DAB-4AFB-81BD-CDA6B64800B2}" dt="2021-10-22T13:21:07.596" v="1607"/>
          <ac:spMkLst>
            <pc:docMk/>
            <pc:sldMk cId="2612443108" sldId="418"/>
            <ac:spMk id="5" creationId="{93A81A48-6E77-4B8D-9889-50FC5AB69B4A}"/>
          </ac:spMkLst>
        </pc:spChg>
      </pc:sldChg>
      <pc:sldChg chg="del">
        <pc:chgData name="Chris Testa-O Neill" userId="5bbc7867-2897-41b3-9195-1c81bf62a82b" providerId="ADAL" clId="{0E6CDAF2-4DAB-4AFB-81BD-CDA6B64800B2}" dt="2021-10-21T14:50:40.570" v="99" actId="47"/>
        <pc:sldMkLst>
          <pc:docMk/>
          <pc:sldMk cId="2592538289" sldId="419"/>
        </pc:sldMkLst>
      </pc:sldChg>
      <pc:sldChg chg="del">
        <pc:chgData name="Chris Testa-O Neill" userId="5bbc7867-2897-41b3-9195-1c81bf62a82b" providerId="ADAL" clId="{0E6CDAF2-4DAB-4AFB-81BD-CDA6B64800B2}" dt="2021-10-21T14:50:42.091" v="100" actId="47"/>
        <pc:sldMkLst>
          <pc:docMk/>
          <pc:sldMk cId="2192128256" sldId="420"/>
        </pc:sldMkLst>
      </pc:sldChg>
      <pc:sldChg chg="addSp delSp modSp mod ord delAnim modAnim modNotesTx">
        <pc:chgData name="Chris Testa-O Neill" userId="5bbc7867-2897-41b3-9195-1c81bf62a82b" providerId="ADAL" clId="{0E6CDAF2-4DAB-4AFB-81BD-CDA6B64800B2}" dt="2021-10-22T13:22:32.419" v="1633"/>
        <pc:sldMkLst>
          <pc:docMk/>
          <pc:sldMk cId="4047847801" sldId="421"/>
        </pc:sldMkLst>
        <pc:spChg chg="del">
          <ac:chgData name="Chris Testa-O Neill" userId="5bbc7867-2897-41b3-9195-1c81bf62a82b" providerId="ADAL" clId="{0E6CDAF2-4DAB-4AFB-81BD-CDA6B64800B2}" dt="2021-10-21T14:45:01.090" v="62" actId="478"/>
          <ac:spMkLst>
            <pc:docMk/>
            <pc:sldMk cId="4047847801" sldId="421"/>
            <ac:spMk id="3" creationId="{6CFACEB2-BB77-417B-A417-23AFBA929345}"/>
          </ac:spMkLst>
        </pc:spChg>
        <pc:spChg chg="mod">
          <ac:chgData name="Chris Testa-O Neill" userId="5bbc7867-2897-41b3-9195-1c81bf62a82b" providerId="ADAL" clId="{0E6CDAF2-4DAB-4AFB-81BD-CDA6B64800B2}" dt="2021-10-21T14:44:55.798" v="61" actId="27636"/>
          <ac:spMkLst>
            <pc:docMk/>
            <pc:sldMk cId="4047847801" sldId="421"/>
            <ac:spMk id="5" creationId="{42E837BB-922D-4315-A68F-DCF835BA7C4E}"/>
          </ac:spMkLst>
        </pc:spChg>
        <pc:spChg chg="del">
          <ac:chgData name="Chris Testa-O Neill" userId="5bbc7867-2897-41b3-9195-1c81bf62a82b" providerId="ADAL" clId="{0E6CDAF2-4DAB-4AFB-81BD-CDA6B64800B2}" dt="2021-10-21T14:45:01.090" v="62" actId="478"/>
          <ac:spMkLst>
            <pc:docMk/>
            <pc:sldMk cId="4047847801" sldId="421"/>
            <ac:spMk id="7" creationId="{0D2D3EC8-50BA-4FD9-A167-BD69E36816F8}"/>
          </ac:spMkLst>
        </pc:spChg>
        <pc:spChg chg="del">
          <ac:chgData name="Chris Testa-O Neill" userId="5bbc7867-2897-41b3-9195-1c81bf62a82b" providerId="ADAL" clId="{0E6CDAF2-4DAB-4AFB-81BD-CDA6B64800B2}" dt="2021-10-21T14:45:01.090" v="62" actId="478"/>
          <ac:spMkLst>
            <pc:docMk/>
            <pc:sldMk cId="4047847801" sldId="421"/>
            <ac:spMk id="8" creationId="{E331C319-4B25-4D62-BCD3-513AC5B80BA8}"/>
          </ac:spMkLst>
        </pc:spChg>
        <pc:spChg chg="add del mod">
          <ac:chgData name="Chris Testa-O Neill" userId="5bbc7867-2897-41b3-9195-1c81bf62a82b" providerId="ADAL" clId="{0E6CDAF2-4DAB-4AFB-81BD-CDA6B64800B2}" dt="2021-10-21T14:45:09.098" v="63" actId="478"/>
          <ac:spMkLst>
            <pc:docMk/>
            <pc:sldMk cId="4047847801" sldId="421"/>
            <ac:spMk id="19" creationId="{CF290457-0D8F-4F4F-973A-DBA306CA9E43}"/>
          </ac:spMkLst>
        </pc:spChg>
        <pc:spChg chg="add del mod">
          <ac:chgData name="Chris Testa-O Neill" userId="5bbc7867-2897-41b3-9195-1c81bf62a82b" providerId="ADAL" clId="{0E6CDAF2-4DAB-4AFB-81BD-CDA6B64800B2}" dt="2021-10-21T14:45:09.098" v="63" actId="478"/>
          <ac:spMkLst>
            <pc:docMk/>
            <pc:sldMk cId="4047847801" sldId="421"/>
            <ac:spMk id="21" creationId="{CFEEF759-99F5-422C-9371-0AC5E8C98424}"/>
          </ac:spMkLst>
        </pc:spChg>
        <pc:spChg chg="mod">
          <ac:chgData name="Chris Testa-O Neill" userId="5bbc7867-2897-41b3-9195-1c81bf62a82b" providerId="ADAL" clId="{0E6CDAF2-4DAB-4AFB-81BD-CDA6B64800B2}" dt="2021-10-22T13:22:27.670" v="1628"/>
          <ac:spMkLst>
            <pc:docMk/>
            <pc:sldMk cId="4047847801" sldId="421"/>
            <ac:spMk id="23" creationId="{3A712A40-325E-4D37-9A92-921BD05BF7C5}"/>
          </ac:spMkLst>
        </pc:spChg>
        <pc:spChg chg="mod">
          <ac:chgData name="Chris Testa-O Neill" userId="5bbc7867-2897-41b3-9195-1c81bf62a82b" providerId="ADAL" clId="{0E6CDAF2-4DAB-4AFB-81BD-CDA6B64800B2}" dt="2021-10-22T13:22:32.419" v="1633"/>
          <ac:spMkLst>
            <pc:docMk/>
            <pc:sldMk cId="4047847801" sldId="421"/>
            <ac:spMk id="24" creationId="{53D9F9D2-2203-4E3C-A021-F26D0D9ABDB5}"/>
          </ac:spMkLst>
        </pc:spChg>
        <pc:spChg chg="add del mod">
          <ac:chgData name="Chris Testa-O Neill" userId="5bbc7867-2897-41b3-9195-1c81bf62a82b" providerId="ADAL" clId="{0E6CDAF2-4DAB-4AFB-81BD-CDA6B64800B2}" dt="2021-10-21T14:45:09.098" v="63" actId="478"/>
          <ac:spMkLst>
            <pc:docMk/>
            <pc:sldMk cId="4047847801" sldId="421"/>
            <ac:spMk id="29" creationId="{B541810C-AEB9-43C6-B148-D543382057D9}"/>
          </ac:spMkLst>
        </pc:spChg>
        <pc:spChg chg="add mod">
          <ac:chgData name="Chris Testa-O Neill" userId="5bbc7867-2897-41b3-9195-1c81bf62a82b" providerId="ADAL" clId="{0E6CDAF2-4DAB-4AFB-81BD-CDA6B64800B2}" dt="2021-10-21T14:45:39.868" v="71" actId="6549"/>
          <ac:spMkLst>
            <pc:docMk/>
            <pc:sldMk cId="4047847801" sldId="421"/>
            <ac:spMk id="32" creationId="{E5D5E3FC-3F23-4A6F-B1FF-07BC6FB00C29}"/>
          </ac:spMkLst>
        </pc:spChg>
        <pc:spChg chg="add mod">
          <ac:chgData name="Chris Testa-O Neill" userId="5bbc7867-2897-41b3-9195-1c81bf62a82b" providerId="ADAL" clId="{0E6CDAF2-4DAB-4AFB-81BD-CDA6B64800B2}" dt="2021-10-22T13:18:02.288" v="1051" actId="14100"/>
          <ac:spMkLst>
            <pc:docMk/>
            <pc:sldMk cId="4047847801" sldId="421"/>
            <ac:spMk id="36" creationId="{F3A1BBD1-CCC4-44E6-AA1D-3665923F2E46}"/>
          </ac:spMkLst>
        </pc:spChg>
        <pc:grpChg chg="add mod">
          <ac:chgData name="Chris Testa-O Neill" userId="5bbc7867-2897-41b3-9195-1c81bf62a82b" providerId="ADAL" clId="{0E6CDAF2-4DAB-4AFB-81BD-CDA6B64800B2}" dt="2021-10-22T13:17:54.337" v="1049" actId="962"/>
          <ac:grpSpMkLst>
            <pc:docMk/>
            <pc:sldMk cId="4047847801" sldId="421"/>
            <ac:grpSpMk id="2" creationId="{11C8FDD7-EE18-40C5-9F08-679CCAB14A44}"/>
          </ac:grpSpMkLst>
        </pc:grpChg>
        <pc:picChg chg="del">
          <ac:chgData name="Chris Testa-O Neill" userId="5bbc7867-2897-41b3-9195-1c81bf62a82b" providerId="ADAL" clId="{0E6CDAF2-4DAB-4AFB-81BD-CDA6B64800B2}" dt="2021-10-21T14:45:01.090" v="62" actId="478"/>
          <ac:picMkLst>
            <pc:docMk/>
            <pc:sldMk cId="4047847801" sldId="421"/>
            <ac:picMk id="22" creationId="{A53F196D-7C1B-49A6-94BC-34AAC122F8B5}"/>
          </ac:picMkLst>
        </pc:picChg>
        <pc:picChg chg="del">
          <ac:chgData name="Chris Testa-O Neill" userId="5bbc7867-2897-41b3-9195-1c81bf62a82b" providerId="ADAL" clId="{0E6CDAF2-4DAB-4AFB-81BD-CDA6B64800B2}" dt="2021-10-21T14:45:01.090" v="62" actId="478"/>
          <ac:picMkLst>
            <pc:docMk/>
            <pc:sldMk cId="4047847801" sldId="421"/>
            <ac:picMk id="25" creationId="{4C196DB4-0FA7-425B-92BE-8D8CD834E927}"/>
          </ac:picMkLst>
        </pc:picChg>
        <pc:picChg chg="del">
          <ac:chgData name="Chris Testa-O Neill" userId="5bbc7867-2897-41b3-9195-1c81bf62a82b" providerId="ADAL" clId="{0E6CDAF2-4DAB-4AFB-81BD-CDA6B64800B2}" dt="2021-10-21T14:45:01.090" v="62" actId="478"/>
          <ac:picMkLst>
            <pc:docMk/>
            <pc:sldMk cId="4047847801" sldId="421"/>
            <ac:picMk id="27" creationId="{8FC0CDFD-2363-429E-BC7A-3A626C7309E9}"/>
          </ac:picMkLst>
        </pc:picChg>
        <pc:picChg chg="add mod">
          <ac:chgData name="Chris Testa-O Neill" userId="5bbc7867-2897-41b3-9195-1c81bf62a82b" providerId="ADAL" clId="{0E6CDAF2-4DAB-4AFB-81BD-CDA6B64800B2}" dt="2021-10-21T14:45:22.652" v="64"/>
          <ac:picMkLst>
            <pc:docMk/>
            <pc:sldMk cId="4047847801" sldId="421"/>
            <ac:picMk id="31" creationId="{CE0D20E3-46A4-4791-AD7D-1B71E0780775}"/>
          </ac:picMkLst>
        </pc:picChg>
        <pc:picChg chg="add mod">
          <ac:chgData name="Chris Testa-O Neill" userId="5bbc7867-2897-41b3-9195-1c81bf62a82b" providerId="ADAL" clId="{0E6CDAF2-4DAB-4AFB-81BD-CDA6B64800B2}" dt="2021-10-21T14:45:22.652" v="64"/>
          <ac:picMkLst>
            <pc:docMk/>
            <pc:sldMk cId="4047847801" sldId="421"/>
            <ac:picMk id="33" creationId="{A8257E30-1ECB-42B0-9F51-EC4D77D265FD}"/>
          </ac:picMkLst>
        </pc:picChg>
        <pc:picChg chg="add mod">
          <ac:chgData name="Chris Testa-O Neill" userId="5bbc7867-2897-41b3-9195-1c81bf62a82b" providerId="ADAL" clId="{0E6CDAF2-4DAB-4AFB-81BD-CDA6B64800B2}" dt="2021-10-22T13:22:17.866" v="1623" actId="962"/>
          <ac:picMkLst>
            <pc:docMk/>
            <pc:sldMk cId="4047847801" sldId="421"/>
            <ac:picMk id="34" creationId="{79621DC4-CE13-456C-9483-11365B3CE606}"/>
          </ac:picMkLst>
        </pc:picChg>
        <pc:cxnChg chg="del">
          <ac:chgData name="Chris Testa-O Neill" userId="5bbc7867-2897-41b3-9195-1c81bf62a82b" providerId="ADAL" clId="{0E6CDAF2-4DAB-4AFB-81BD-CDA6B64800B2}" dt="2021-10-21T14:45:01.090" v="62" actId="478"/>
          <ac:cxnSpMkLst>
            <pc:docMk/>
            <pc:sldMk cId="4047847801" sldId="421"/>
            <ac:cxnSpMk id="14" creationId="{EBDE7C79-9AD0-4B95-88DD-33F7D8E1976E}"/>
          </ac:cxnSpMkLst>
        </pc:cxnChg>
        <pc:cxnChg chg="del">
          <ac:chgData name="Chris Testa-O Neill" userId="5bbc7867-2897-41b3-9195-1c81bf62a82b" providerId="ADAL" clId="{0E6CDAF2-4DAB-4AFB-81BD-CDA6B64800B2}" dt="2021-10-21T14:45:01.090" v="62" actId="478"/>
          <ac:cxnSpMkLst>
            <pc:docMk/>
            <pc:sldMk cId="4047847801" sldId="421"/>
            <ac:cxnSpMk id="26" creationId="{5231CEE8-314E-4EFE-8FE5-A009316CE74E}"/>
          </ac:cxnSpMkLst>
        </pc:cxnChg>
        <pc:cxnChg chg="add mod">
          <ac:chgData name="Chris Testa-O Neill" userId="5bbc7867-2897-41b3-9195-1c81bf62a82b" providerId="ADAL" clId="{0E6CDAF2-4DAB-4AFB-81BD-CDA6B64800B2}" dt="2021-10-21T14:45:22.652" v="64"/>
          <ac:cxnSpMkLst>
            <pc:docMk/>
            <pc:sldMk cId="4047847801" sldId="421"/>
            <ac:cxnSpMk id="35" creationId="{D0282017-9AC4-48B7-AE4A-E8D0CF8D1F96}"/>
          </ac:cxnSpMkLst>
        </pc:cxnChg>
      </pc:sldChg>
      <pc:sldChg chg="del">
        <pc:chgData name="Chris Testa-O Neill" userId="5bbc7867-2897-41b3-9195-1c81bf62a82b" providerId="ADAL" clId="{0E6CDAF2-4DAB-4AFB-81BD-CDA6B64800B2}" dt="2021-10-21T14:50:45.742" v="101" actId="47"/>
        <pc:sldMkLst>
          <pc:docMk/>
          <pc:sldMk cId="436125371" sldId="422"/>
        </pc:sldMkLst>
      </pc:sldChg>
      <pc:sldChg chg="addSp delSp modSp mod ord modAnim modNotesTx">
        <pc:chgData name="Chris Testa-O Neill" userId="5bbc7867-2897-41b3-9195-1c81bf62a82b" providerId="ADAL" clId="{0E6CDAF2-4DAB-4AFB-81BD-CDA6B64800B2}" dt="2021-10-22T13:23:01.291" v="1638" actId="13244"/>
        <pc:sldMkLst>
          <pc:docMk/>
          <pc:sldMk cId="2177137851" sldId="423"/>
        </pc:sldMkLst>
        <pc:spChg chg="mod">
          <ac:chgData name="Chris Testa-O Neill" userId="5bbc7867-2897-41b3-9195-1c81bf62a82b" providerId="ADAL" clId="{0E6CDAF2-4DAB-4AFB-81BD-CDA6B64800B2}" dt="2021-10-21T14:47:32.160" v="80" actId="27636"/>
          <ac:spMkLst>
            <pc:docMk/>
            <pc:sldMk cId="2177137851" sldId="423"/>
            <ac:spMk id="4" creationId="{C4C72420-0178-46C3-9340-B24DF8BCF567}"/>
          </ac:spMkLst>
        </pc:spChg>
        <pc:spChg chg="mod">
          <ac:chgData name="Chris Testa-O Neill" userId="5bbc7867-2897-41b3-9195-1c81bf62a82b" providerId="ADAL" clId="{0E6CDAF2-4DAB-4AFB-81BD-CDA6B64800B2}" dt="2021-10-22T13:22:44.244" v="1634" actId="13244"/>
          <ac:spMkLst>
            <pc:docMk/>
            <pc:sldMk cId="2177137851" sldId="423"/>
            <ac:spMk id="10" creationId="{D039EBF2-1C70-4300-878F-AFBAD4647DE6}"/>
          </ac:spMkLst>
        </pc:spChg>
        <pc:spChg chg="mod">
          <ac:chgData name="Chris Testa-O Neill" userId="5bbc7867-2897-41b3-9195-1c81bf62a82b" providerId="ADAL" clId="{0E6CDAF2-4DAB-4AFB-81BD-CDA6B64800B2}" dt="2021-10-22T13:22:46.284" v="1635" actId="13244"/>
          <ac:spMkLst>
            <pc:docMk/>
            <pc:sldMk cId="2177137851" sldId="423"/>
            <ac:spMk id="11" creationId="{380114BB-7E4B-4A3E-9FBA-3445EAA7F5AD}"/>
          </ac:spMkLst>
        </pc:spChg>
        <pc:spChg chg="del">
          <ac:chgData name="Chris Testa-O Neill" userId="5bbc7867-2897-41b3-9195-1c81bf62a82b" providerId="ADAL" clId="{0E6CDAF2-4DAB-4AFB-81BD-CDA6B64800B2}" dt="2021-10-21T14:47:20.721" v="78" actId="478"/>
          <ac:spMkLst>
            <pc:docMk/>
            <pc:sldMk cId="2177137851" sldId="423"/>
            <ac:spMk id="14" creationId="{433315F4-B5F7-43D8-AF80-0E5700B5B64C}"/>
          </ac:spMkLst>
        </pc:spChg>
        <pc:spChg chg="del">
          <ac:chgData name="Chris Testa-O Neill" userId="5bbc7867-2897-41b3-9195-1c81bf62a82b" providerId="ADAL" clId="{0E6CDAF2-4DAB-4AFB-81BD-CDA6B64800B2}" dt="2021-10-21T14:47:20.721" v="78" actId="478"/>
          <ac:spMkLst>
            <pc:docMk/>
            <pc:sldMk cId="2177137851" sldId="423"/>
            <ac:spMk id="15" creationId="{A3156503-9EF9-495C-8BDD-BD12929BA400}"/>
          </ac:spMkLst>
        </pc:spChg>
        <pc:spChg chg="del">
          <ac:chgData name="Chris Testa-O Neill" userId="5bbc7867-2897-41b3-9195-1c81bf62a82b" providerId="ADAL" clId="{0E6CDAF2-4DAB-4AFB-81BD-CDA6B64800B2}" dt="2021-10-21T14:47:20.721" v="78" actId="478"/>
          <ac:spMkLst>
            <pc:docMk/>
            <pc:sldMk cId="2177137851" sldId="423"/>
            <ac:spMk id="16" creationId="{C3C3336D-D9EC-4925-BE5C-0F7A4E2A2981}"/>
          </ac:spMkLst>
        </pc:spChg>
        <pc:picChg chg="del">
          <ac:chgData name="Chris Testa-O Neill" userId="5bbc7867-2897-41b3-9195-1c81bf62a82b" providerId="ADAL" clId="{0E6CDAF2-4DAB-4AFB-81BD-CDA6B64800B2}" dt="2021-10-21T14:47:20.721" v="78" actId="478"/>
          <ac:picMkLst>
            <pc:docMk/>
            <pc:sldMk cId="2177137851" sldId="423"/>
            <ac:picMk id="12" creationId="{B7074DFF-1281-43F6-8C43-070B22AAEB93}"/>
          </ac:picMkLst>
        </pc:picChg>
        <pc:picChg chg="del">
          <ac:chgData name="Chris Testa-O Neill" userId="5bbc7867-2897-41b3-9195-1c81bf62a82b" providerId="ADAL" clId="{0E6CDAF2-4DAB-4AFB-81BD-CDA6B64800B2}" dt="2021-10-21T14:47:20.721" v="78" actId="478"/>
          <ac:picMkLst>
            <pc:docMk/>
            <pc:sldMk cId="2177137851" sldId="423"/>
            <ac:picMk id="13" creationId="{67F8805F-5D73-4CC7-8C62-9F643149AC52}"/>
          </ac:picMkLst>
        </pc:picChg>
        <pc:picChg chg="add mod">
          <ac:chgData name="Chris Testa-O Neill" userId="5bbc7867-2897-41b3-9195-1c81bf62a82b" providerId="ADAL" clId="{0E6CDAF2-4DAB-4AFB-81BD-CDA6B64800B2}" dt="2021-10-22T13:18:49.985" v="1281" actId="962"/>
          <ac:picMkLst>
            <pc:docMk/>
            <pc:sldMk cId="2177137851" sldId="423"/>
            <ac:picMk id="17" creationId="{91C5E305-9E09-487D-BDFE-E4571D8C524E}"/>
          </ac:picMkLst>
        </pc:picChg>
        <pc:picChg chg="add mod">
          <ac:chgData name="Chris Testa-O Neill" userId="5bbc7867-2897-41b3-9195-1c81bf62a82b" providerId="ADAL" clId="{0E6CDAF2-4DAB-4AFB-81BD-CDA6B64800B2}" dt="2021-10-22T13:19:12.973" v="1333" actId="962"/>
          <ac:picMkLst>
            <pc:docMk/>
            <pc:sldMk cId="2177137851" sldId="423"/>
            <ac:picMk id="18" creationId="{DAD68B6D-ACFB-45F5-9F06-DEE415544555}"/>
          </ac:picMkLst>
        </pc:picChg>
        <pc:picChg chg="add mod">
          <ac:chgData name="Chris Testa-O Neill" userId="5bbc7867-2897-41b3-9195-1c81bf62a82b" providerId="ADAL" clId="{0E6CDAF2-4DAB-4AFB-81BD-CDA6B64800B2}" dt="2021-10-22T13:19:26.256" v="1371" actId="962"/>
          <ac:picMkLst>
            <pc:docMk/>
            <pc:sldMk cId="2177137851" sldId="423"/>
            <ac:picMk id="19" creationId="{9F44E832-3B59-48C4-AABC-FAF9165B800A}"/>
          </ac:picMkLst>
        </pc:picChg>
        <pc:picChg chg="add mod">
          <ac:chgData name="Chris Testa-O Neill" userId="5bbc7867-2897-41b3-9195-1c81bf62a82b" providerId="ADAL" clId="{0E6CDAF2-4DAB-4AFB-81BD-CDA6B64800B2}" dt="2021-10-22T13:19:45.760" v="1435" actId="962"/>
          <ac:picMkLst>
            <pc:docMk/>
            <pc:sldMk cId="2177137851" sldId="423"/>
            <ac:picMk id="20" creationId="{6B34229E-64D2-4EC3-99E4-7A74162314A3}"/>
          </ac:picMkLst>
        </pc:picChg>
        <pc:picChg chg="add mod">
          <ac:chgData name="Chris Testa-O Neill" userId="5bbc7867-2897-41b3-9195-1c81bf62a82b" providerId="ADAL" clId="{0E6CDAF2-4DAB-4AFB-81BD-CDA6B64800B2}" dt="2021-10-22T13:22:55.065" v="1636" actId="13244"/>
          <ac:picMkLst>
            <pc:docMk/>
            <pc:sldMk cId="2177137851" sldId="423"/>
            <ac:picMk id="21" creationId="{A458AB0E-95AC-4481-9F5F-13CAD88CB576}"/>
          </ac:picMkLst>
        </pc:picChg>
        <pc:picChg chg="add mod">
          <ac:chgData name="Chris Testa-O Neill" userId="5bbc7867-2897-41b3-9195-1c81bf62a82b" providerId="ADAL" clId="{0E6CDAF2-4DAB-4AFB-81BD-CDA6B64800B2}" dt="2021-10-22T13:22:58.327" v="1637" actId="13244"/>
          <ac:picMkLst>
            <pc:docMk/>
            <pc:sldMk cId="2177137851" sldId="423"/>
            <ac:picMk id="22" creationId="{837A6F71-E163-4A92-AB89-00568D715073}"/>
          </ac:picMkLst>
        </pc:picChg>
        <pc:picChg chg="add mod">
          <ac:chgData name="Chris Testa-O Neill" userId="5bbc7867-2897-41b3-9195-1c81bf62a82b" providerId="ADAL" clId="{0E6CDAF2-4DAB-4AFB-81BD-CDA6B64800B2}" dt="2021-10-22T13:23:01.291" v="1638" actId="13244"/>
          <ac:picMkLst>
            <pc:docMk/>
            <pc:sldMk cId="2177137851" sldId="423"/>
            <ac:picMk id="23" creationId="{C750EE0E-6837-4D73-A1BE-E6B7221CE9FB}"/>
          </ac:picMkLst>
        </pc:picChg>
      </pc:sldChg>
      <pc:sldChg chg="modSp mod">
        <pc:chgData name="Chris Testa-O Neill" userId="5bbc7867-2897-41b3-9195-1c81bf62a82b" providerId="ADAL" clId="{0E6CDAF2-4DAB-4AFB-81BD-CDA6B64800B2}" dt="2021-10-21T14:51:01.610" v="102"/>
        <pc:sldMkLst>
          <pc:docMk/>
          <pc:sldMk cId="86463890" sldId="424"/>
        </pc:sldMkLst>
        <pc:spChg chg="mod">
          <ac:chgData name="Chris Testa-O Neill" userId="5bbc7867-2897-41b3-9195-1c81bf62a82b" providerId="ADAL" clId="{0E6CDAF2-4DAB-4AFB-81BD-CDA6B64800B2}" dt="2021-10-21T14:51:01.610" v="102"/>
          <ac:spMkLst>
            <pc:docMk/>
            <pc:sldMk cId="86463890" sldId="424"/>
            <ac:spMk id="2" creationId="{21A99087-F939-4EAF-AD38-211701C7799F}"/>
          </ac:spMkLst>
        </pc:spChg>
      </pc:sldChg>
      <pc:sldChg chg="modSp mod">
        <pc:chgData name="Chris Testa-O Neill" userId="5bbc7867-2897-41b3-9195-1c81bf62a82b" providerId="ADAL" clId="{0E6CDAF2-4DAB-4AFB-81BD-CDA6B64800B2}" dt="2021-10-22T13:20:53.185" v="1605" actId="33553"/>
        <pc:sldMkLst>
          <pc:docMk/>
          <pc:sldMk cId="3747424516" sldId="2076137761"/>
        </pc:sldMkLst>
        <pc:spChg chg="mod">
          <ac:chgData name="Chris Testa-O Neill" userId="5bbc7867-2897-41b3-9195-1c81bf62a82b" providerId="ADAL" clId="{0E6CDAF2-4DAB-4AFB-81BD-CDA6B64800B2}" dt="2021-10-22T13:20:53.185" v="1605" actId="33553"/>
          <ac:spMkLst>
            <pc:docMk/>
            <pc:sldMk cId="3747424516" sldId="2076137761"/>
            <ac:spMk id="5" creationId="{EC99176B-B077-CD47-B52F-31E096175EF2}"/>
          </ac:spMkLst>
        </pc:spChg>
      </pc:sldChg>
      <pc:sldChg chg="addSp delSp modSp add mod modNotesTx">
        <pc:chgData name="Chris Testa-O Neill" userId="5bbc7867-2897-41b3-9195-1c81bf62a82b" providerId="ADAL" clId="{0E6CDAF2-4DAB-4AFB-81BD-CDA6B64800B2}" dt="2021-10-22T13:21:30.070" v="1612" actId="13244"/>
        <pc:sldMkLst>
          <pc:docMk/>
          <pc:sldMk cId="3213599149" sldId="2076137762"/>
        </pc:sldMkLst>
        <pc:spChg chg="del">
          <ac:chgData name="Chris Testa-O Neill" userId="5bbc7867-2897-41b3-9195-1c81bf62a82b" providerId="ADAL" clId="{0E6CDAF2-4DAB-4AFB-81BD-CDA6B64800B2}" dt="2021-10-21T14:38:07.123" v="9" actId="478"/>
          <ac:spMkLst>
            <pc:docMk/>
            <pc:sldMk cId="3213599149" sldId="2076137762"/>
            <ac:spMk id="3" creationId="{6CFACEB2-BB77-417B-A417-23AFBA929345}"/>
          </ac:spMkLst>
        </pc:spChg>
        <pc:spChg chg="add del mod">
          <ac:chgData name="Chris Testa-O Neill" userId="5bbc7867-2897-41b3-9195-1c81bf62a82b" providerId="ADAL" clId="{0E6CDAF2-4DAB-4AFB-81BD-CDA6B64800B2}" dt="2021-10-21T14:38:13.625" v="10" actId="478"/>
          <ac:spMkLst>
            <pc:docMk/>
            <pc:sldMk cId="3213599149" sldId="2076137762"/>
            <ac:spMk id="4" creationId="{98756672-CC7F-4041-9446-03E36C832377}"/>
          </ac:spMkLst>
        </pc:spChg>
        <pc:spChg chg="mod">
          <ac:chgData name="Chris Testa-O Neill" userId="5bbc7867-2897-41b3-9195-1c81bf62a82b" providerId="ADAL" clId="{0E6CDAF2-4DAB-4AFB-81BD-CDA6B64800B2}" dt="2021-10-22T13:21:30.070" v="1612" actId="13244"/>
          <ac:spMkLst>
            <pc:docMk/>
            <pc:sldMk cId="3213599149" sldId="2076137762"/>
            <ac:spMk id="5" creationId="{42E837BB-922D-4315-A68F-DCF835BA7C4E}"/>
          </ac:spMkLst>
        </pc:spChg>
        <pc:spChg chg="del">
          <ac:chgData name="Chris Testa-O Neill" userId="5bbc7867-2897-41b3-9195-1c81bf62a82b" providerId="ADAL" clId="{0E6CDAF2-4DAB-4AFB-81BD-CDA6B64800B2}" dt="2021-10-21T14:38:07.123" v="9" actId="478"/>
          <ac:spMkLst>
            <pc:docMk/>
            <pc:sldMk cId="3213599149" sldId="2076137762"/>
            <ac:spMk id="7" creationId="{0D2D3EC8-50BA-4FD9-A167-BD69E36816F8}"/>
          </ac:spMkLst>
        </pc:spChg>
        <pc:spChg chg="del">
          <ac:chgData name="Chris Testa-O Neill" userId="5bbc7867-2897-41b3-9195-1c81bf62a82b" providerId="ADAL" clId="{0E6CDAF2-4DAB-4AFB-81BD-CDA6B64800B2}" dt="2021-10-21T14:38:07.123" v="9" actId="478"/>
          <ac:spMkLst>
            <pc:docMk/>
            <pc:sldMk cId="3213599149" sldId="2076137762"/>
            <ac:spMk id="8" creationId="{E331C319-4B25-4D62-BCD3-513AC5B80BA8}"/>
          </ac:spMkLst>
        </pc:spChg>
        <pc:spChg chg="add del mod">
          <ac:chgData name="Chris Testa-O Neill" userId="5bbc7867-2897-41b3-9195-1c81bf62a82b" providerId="ADAL" clId="{0E6CDAF2-4DAB-4AFB-81BD-CDA6B64800B2}" dt="2021-10-21T14:38:13.625" v="10" actId="478"/>
          <ac:spMkLst>
            <pc:docMk/>
            <pc:sldMk cId="3213599149" sldId="2076137762"/>
            <ac:spMk id="9" creationId="{76050D35-EE13-4444-A46A-8BC9701C9A23}"/>
          </ac:spMkLst>
        </pc:spChg>
        <pc:spChg chg="add del mod">
          <ac:chgData name="Chris Testa-O Neill" userId="5bbc7867-2897-41b3-9195-1c81bf62a82b" providerId="ADAL" clId="{0E6CDAF2-4DAB-4AFB-81BD-CDA6B64800B2}" dt="2021-10-21T14:38:13.625" v="10" actId="478"/>
          <ac:spMkLst>
            <pc:docMk/>
            <pc:sldMk cId="3213599149" sldId="2076137762"/>
            <ac:spMk id="11" creationId="{4155497F-8A14-4011-8936-D85B400968BE}"/>
          </ac:spMkLst>
        </pc:spChg>
        <pc:spChg chg="mod">
          <ac:chgData name="Chris Testa-O Neill" userId="5bbc7867-2897-41b3-9195-1c81bf62a82b" providerId="ADAL" clId="{0E6CDAF2-4DAB-4AFB-81BD-CDA6B64800B2}" dt="2021-10-22T13:21:18.114" v="1608" actId="13244"/>
          <ac:spMkLst>
            <pc:docMk/>
            <pc:sldMk cId="3213599149" sldId="2076137762"/>
            <ac:spMk id="23" creationId="{3A712A40-325E-4D37-9A92-921BD05BF7C5}"/>
          </ac:spMkLst>
        </pc:spChg>
        <pc:spChg chg="mod">
          <ac:chgData name="Chris Testa-O Neill" userId="5bbc7867-2897-41b3-9195-1c81bf62a82b" providerId="ADAL" clId="{0E6CDAF2-4DAB-4AFB-81BD-CDA6B64800B2}" dt="2021-10-22T13:21:26.042" v="1611" actId="13244"/>
          <ac:spMkLst>
            <pc:docMk/>
            <pc:sldMk cId="3213599149" sldId="2076137762"/>
            <ac:spMk id="24" creationId="{53D9F9D2-2203-4E3C-A021-F26D0D9ABDB5}"/>
          </ac:spMkLst>
        </pc:spChg>
        <pc:graphicFrameChg chg="add del">
          <ac:chgData name="Chris Testa-O Neill" userId="5bbc7867-2897-41b3-9195-1c81bf62a82b" providerId="ADAL" clId="{0E6CDAF2-4DAB-4AFB-81BD-CDA6B64800B2}" dt="2021-10-21T14:38:44.663" v="13" actId="22"/>
          <ac:graphicFrameMkLst>
            <pc:docMk/>
            <pc:sldMk cId="3213599149" sldId="2076137762"/>
            <ac:graphicFrameMk id="12" creationId="{D51A15F6-1B88-4DCC-AD10-6977FE1E2D21}"/>
          </ac:graphicFrameMkLst>
        </pc:graphicFrameChg>
        <pc:graphicFrameChg chg="add mod modGraphic">
          <ac:chgData name="Chris Testa-O Neill" userId="5bbc7867-2897-41b3-9195-1c81bf62a82b" providerId="ADAL" clId="{0E6CDAF2-4DAB-4AFB-81BD-CDA6B64800B2}" dt="2021-10-22T13:21:21.933" v="1610" actId="13244"/>
          <ac:graphicFrameMkLst>
            <pc:docMk/>
            <pc:sldMk cId="3213599149" sldId="2076137762"/>
            <ac:graphicFrameMk id="21" creationId="{9CCC6E0C-AD74-4C0C-9A27-F124D3AA2678}"/>
          </ac:graphicFrameMkLst>
        </pc:graphicFrameChg>
        <pc:picChg chg="del">
          <ac:chgData name="Chris Testa-O Neill" userId="5bbc7867-2897-41b3-9195-1c81bf62a82b" providerId="ADAL" clId="{0E6CDAF2-4DAB-4AFB-81BD-CDA6B64800B2}" dt="2021-10-21T14:38:07.123" v="9" actId="478"/>
          <ac:picMkLst>
            <pc:docMk/>
            <pc:sldMk cId="3213599149" sldId="2076137762"/>
            <ac:picMk id="22" creationId="{A53F196D-7C1B-49A6-94BC-34AAC122F8B5}"/>
          </ac:picMkLst>
        </pc:picChg>
        <pc:picChg chg="del">
          <ac:chgData name="Chris Testa-O Neill" userId="5bbc7867-2897-41b3-9195-1c81bf62a82b" providerId="ADAL" clId="{0E6CDAF2-4DAB-4AFB-81BD-CDA6B64800B2}" dt="2021-10-21T14:38:07.123" v="9" actId="478"/>
          <ac:picMkLst>
            <pc:docMk/>
            <pc:sldMk cId="3213599149" sldId="2076137762"/>
            <ac:picMk id="25" creationId="{4C196DB4-0FA7-425B-92BE-8D8CD834E927}"/>
          </ac:picMkLst>
        </pc:picChg>
        <pc:picChg chg="del">
          <ac:chgData name="Chris Testa-O Neill" userId="5bbc7867-2897-41b3-9195-1c81bf62a82b" providerId="ADAL" clId="{0E6CDAF2-4DAB-4AFB-81BD-CDA6B64800B2}" dt="2021-10-21T14:38:07.123" v="9" actId="478"/>
          <ac:picMkLst>
            <pc:docMk/>
            <pc:sldMk cId="3213599149" sldId="2076137762"/>
            <ac:picMk id="27" creationId="{8FC0CDFD-2363-429E-BC7A-3A626C7309E9}"/>
          </ac:picMkLst>
        </pc:picChg>
        <pc:cxnChg chg="del">
          <ac:chgData name="Chris Testa-O Neill" userId="5bbc7867-2897-41b3-9195-1c81bf62a82b" providerId="ADAL" clId="{0E6CDAF2-4DAB-4AFB-81BD-CDA6B64800B2}" dt="2021-10-21T14:38:07.123" v="9" actId="478"/>
          <ac:cxnSpMkLst>
            <pc:docMk/>
            <pc:sldMk cId="3213599149" sldId="2076137762"/>
            <ac:cxnSpMk id="14" creationId="{EBDE7C79-9AD0-4B95-88DD-33F7D8E1976E}"/>
          </ac:cxnSpMkLst>
        </pc:cxnChg>
        <pc:cxnChg chg="del">
          <ac:chgData name="Chris Testa-O Neill" userId="5bbc7867-2897-41b3-9195-1c81bf62a82b" providerId="ADAL" clId="{0E6CDAF2-4DAB-4AFB-81BD-CDA6B64800B2}" dt="2021-10-21T14:38:07.123" v="9" actId="478"/>
          <ac:cxnSpMkLst>
            <pc:docMk/>
            <pc:sldMk cId="3213599149" sldId="2076137762"/>
            <ac:cxnSpMk id="26" creationId="{5231CEE8-314E-4EFE-8FE5-A009316CE74E}"/>
          </ac:cxnSpMkLst>
        </pc:cxnChg>
      </pc:sldChg>
      <pc:sldChg chg="addSp delSp modSp add mod modNotesTx">
        <pc:chgData name="Chris Testa-O Neill" userId="5bbc7867-2897-41b3-9195-1c81bf62a82b" providerId="ADAL" clId="{0E6CDAF2-4DAB-4AFB-81BD-CDA6B64800B2}" dt="2021-10-22T13:21:54.364" v="1620"/>
        <pc:sldMkLst>
          <pc:docMk/>
          <pc:sldMk cId="515961612" sldId="2076137763"/>
        </pc:sldMkLst>
        <pc:spChg chg="mod">
          <ac:chgData name="Chris Testa-O Neill" userId="5bbc7867-2897-41b3-9195-1c81bf62a82b" providerId="ADAL" clId="{0E6CDAF2-4DAB-4AFB-81BD-CDA6B64800B2}" dt="2021-10-22T13:21:42.860" v="1614"/>
          <ac:spMkLst>
            <pc:docMk/>
            <pc:sldMk cId="515961612" sldId="2076137763"/>
            <ac:spMk id="5" creationId="{42E837BB-922D-4315-A68F-DCF835BA7C4E}"/>
          </ac:spMkLst>
        </pc:spChg>
        <pc:spChg chg="mod">
          <ac:chgData name="Chris Testa-O Neill" userId="5bbc7867-2897-41b3-9195-1c81bf62a82b" providerId="ADAL" clId="{0E6CDAF2-4DAB-4AFB-81BD-CDA6B64800B2}" dt="2021-10-22T13:21:46.616" v="1615"/>
          <ac:spMkLst>
            <pc:docMk/>
            <pc:sldMk cId="515961612" sldId="2076137763"/>
            <ac:spMk id="23" creationId="{3A712A40-325E-4D37-9A92-921BD05BF7C5}"/>
          </ac:spMkLst>
        </pc:spChg>
        <pc:spChg chg="mod">
          <ac:chgData name="Chris Testa-O Neill" userId="5bbc7867-2897-41b3-9195-1c81bf62a82b" providerId="ADAL" clId="{0E6CDAF2-4DAB-4AFB-81BD-CDA6B64800B2}" dt="2021-10-22T13:21:50.716" v="1616"/>
          <ac:spMkLst>
            <pc:docMk/>
            <pc:sldMk cId="515961612" sldId="2076137763"/>
            <ac:spMk id="24" creationId="{53D9F9D2-2203-4E3C-A021-F26D0D9ABDB5}"/>
          </ac:spMkLst>
        </pc:spChg>
        <pc:graphicFrameChg chg="del modGraphic">
          <ac:chgData name="Chris Testa-O Neill" userId="5bbc7867-2897-41b3-9195-1c81bf62a82b" providerId="ADAL" clId="{0E6CDAF2-4DAB-4AFB-81BD-CDA6B64800B2}" dt="2021-10-21T14:39:52.336" v="24" actId="478"/>
          <ac:graphicFrameMkLst>
            <pc:docMk/>
            <pc:sldMk cId="515961612" sldId="2076137763"/>
            <ac:graphicFrameMk id="21" creationId="{9CCC6E0C-AD74-4C0C-9A27-F124D3AA2678}"/>
          </ac:graphicFrameMkLst>
        </pc:graphicFrameChg>
        <pc:picChg chg="add mod">
          <ac:chgData name="Chris Testa-O Neill" userId="5bbc7867-2897-41b3-9195-1c81bf62a82b" providerId="ADAL" clId="{0E6CDAF2-4DAB-4AFB-81BD-CDA6B64800B2}" dt="2021-10-22T13:21:54.364" v="1620"/>
          <ac:picMkLst>
            <pc:docMk/>
            <pc:sldMk cId="515961612" sldId="2076137763"/>
            <ac:picMk id="2" creationId="{A035C62C-648B-4E5E-83DE-9D1C70350D14}"/>
          </ac:picMkLst>
        </pc:picChg>
      </pc:sldChg>
      <pc:sldChg chg="modSp add mod">
        <pc:chgData name="Chris Testa-O Neill" userId="5bbc7867-2897-41b3-9195-1c81bf62a82b" providerId="ADAL" clId="{0E6CDAF2-4DAB-4AFB-81BD-CDA6B64800B2}" dt="2021-10-21T14:49:15.434" v="88" actId="20577"/>
        <pc:sldMkLst>
          <pc:docMk/>
          <pc:sldMk cId="1801275319" sldId="2076137764"/>
        </pc:sldMkLst>
        <pc:spChg chg="mod">
          <ac:chgData name="Chris Testa-O Neill" userId="5bbc7867-2897-41b3-9195-1c81bf62a82b" providerId="ADAL" clId="{0E6CDAF2-4DAB-4AFB-81BD-CDA6B64800B2}" dt="2021-10-21T14:49:08.060" v="86"/>
          <ac:spMkLst>
            <pc:docMk/>
            <pc:sldMk cId="1801275319" sldId="2076137764"/>
            <ac:spMk id="2" creationId="{21A99087-F939-4EAF-AD38-211701C7799F}"/>
          </ac:spMkLst>
        </pc:spChg>
        <pc:spChg chg="mod">
          <ac:chgData name="Chris Testa-O Neill" userId="5bbc7867-2897-41b3-9195-1c81bf62a82b" providerId="ADAL" clId="{0E6CDAF2-4DAB-4AFB-81BD-CDA6B64800B2}" dt="2021-10-21T14:49:15.434" v="88" actId="20577"/>
          <ac:spMkLst>
            <pc:docMk/>
            <pc:sldMk cId="1801275319" sldId="2076137764"/>
            <ac:spMk id="6" creationId="{D2D209E3-1837-4C18-AED9-45330F063EC5}"/>
          </ac:spMkLst>
        </pc:spChg>
      </pc:sldChg>
      <pc:sldChg chg="addSp delSp modSp add mod delAnim modAnim modNotesTx">
        <pc:chgData name="Chris Testa-O Neill" userId="5bbc7867-2897-41b3-9195-1c81bf62a82b" providerId="ADAL" clId="{0E6CDAF2-4DAB-4AFB-81BD-CDA6B64800B2}" dt="2021-10-22T13:23:22.409" v="1640" actId="13244"/>
        <pc:sldMkLst>
          <pc:docMk/>
          <pc:sldMk cId="1480790458" sldId="2076137765"/>
        </pc:sldMkLst>
        <pc:spChg chg="mod">
          <ac:chgData name="Chris Testa-O Neill" userId="5bbc7867-2897-41b3-9195-1c81bf62a82b" providerId="ADAL" clId="{0E6CDAF2-4DAB-4AFB-81BD-CDA6B64800B2}" dt="2021-10-21T14:50:27.019" v="98" actId="27636"/>
          <ac:spMkLst>
            <pc:docMk/>
            <pc:sldMk cId="1480790458" sldId="2076137765"/>
            <ac:spMk id="4" creationId="{C4C72420-0178-46C3-9340-B24DF8BCF567}"/>
          </ac:spMkLst>
        </pc:spChg>
        <pc:spChg chg="mod">
          <ac:chgData name="Chris Testa-O Neill" userId="5bbc7867-2897-41b3-9195-1c81bf62a82b" providerId="ADAL" clId="{0E6CDAF2-4DAB-4AFB-81BD-CDA6B64800B2}" dt="2021-10-22T13:23:20.494" v="1639" actId="13244"/>
          <ac:spMkLst>
            <pc:docMk/>
            <pc:sldMk cId="1480790458" sldId="2076137765"/>
            <ac:spMk id="10" creationId="{D039EBF2-1C70-4300-878F-AFBAD4647DE6}"/>
          </ac:spMkLst>
        </pc:spChg>
        <pc:spChg chg="mod">
          <ac:chgData name="Chris Testa-O Neill" userId="5bbc7867-2897-41b3-9195-1c81bf62a82b" providerId="ADAL" clId="{0E6CDAF2-4DAB-4AFB-81BD-CDA6B64800B2}" dt="2021-10-22T13:23:22.409" v="1640" actId="13244"/>
          <ac:spMkLst>
            <pc:docMk/>
            <pc:sldMk cId="1480790458" sldId="2076137765"/>
            <ac:spMk id="11" creationId="{380114BB-7E4B-4A3E-9FBA-3445EAA7F5AD}"/>
          </ac:spMkLst>
        </pc:spChg>
        <pc:picChg chg="add mod">
          <ac:chgData name="Chris Testa-O Neill" userId="5bbc7867-2897-41b3-9195-1c81bf62a82b" providerId="ADAL" clId="{0E6CDAF2-4DAB-4AFB-81BD-CDA6B64800B2}" dt="2021-10-22T13:20:31.833" v="1576" actId="962"/>
          <ac:picMkLst>
            <pc:docMk/>
            <pc:sldMk cId="1480790458" sldId="2076137765"/>
            <ac:picMk id="12" creationId="{89FCBC1A-0B6A-42B3-8E5E-08A1B53BBF8D}"/>
          </ac:picMkLst>
        </pc:picChg>
        <pc:picChg chg="add mod">
          <ac:chgData name="Chris Testa-O Neill" userId="5bbc7867-2897-41b3-9195-1c81bf62a82b" providerId="ADAL" clId="{0E6CDAF2-4DAB-4AFB-81BD-CDA6B64800B2}" dt="2021-10-22T13:20:45.810" v="1604" actId="962"/>
          <ac:picMkLst>
            <pc:docMk/>
            <pc:sldMk cId="1480790458" sldId="2076137765"/>
            <ac:picMk id="13" creationId="{5404ED20-D40E-4B6C-8DB9-68E6EA5D6AFC}"/>
          </ac:picMkLst>
        </pc:picChg>
        <pc:picChg chg="del">
          <ac:chgData name="Chris Testa-O Neill" userId="5bbc7867-2897-41b3-9195-1c81bf62a82b" providerId="ADAL" clId="{0E6CDAF2-4DAB-4AFB-81BD-CDA6B64800B2}" dt="2021-10-21T14:49:55.315" v="91" actId="478"/>
          <ac:picMkLst>
            <pc:docMk/>
            <pc:sldMk cId="1480790458" sldId="2076137765"/>
            <ac:picMk id="17" creationId="{91C5E305-9E09-487D-BDFE-E4571D8C524E}"/>
          </ac:picMkLst>
        </pc:picChg>
        <pc:picChg chg="del">
          <ac:chgData name="Chris Testa-O Neill" userId="5bbc7867-2897-41b3-9195-1c81bf62a82b" providerId="ADAL" clId="{0E6CDAF2-4DAB-4AFB-81BD-CDA6B64800B2}" dt="2021-10-21T14:49:55.315" v="91" actId="478"/>
          <ac:picMkLst>
            <pc:docMk/>
            <pc:sldMk cId="1480790458" sldId="2076137765"/>
            <ac:picMk id="18" creationId="{DAD68B6D-ACFB-45F5-9F06-DEE415544555}"/>
          </ac:picMkLst>
        </pc:picChg>
        <pc:picChg chg="del">
          <ac:chgData name="Chris Testa-O Neill" userId="5bbc7867-2897-41b3-9195-1c81bf62a82b" providerId="ADAL" clId="{0E6CDAF2-4DAB-4AFB-81BD-CDA6B64800B2}" dt="2021-10-21T14:49:55.315" v="91" actId="478"/>
          <ac:picMkLst>
            <pc:docMk/>
            <pc:sldMk cId="1480790458" sldId="2076137765"/>
            <ac:picMk id="19" creationId="{9F44E832-3B59-48C4-AABC-FAF9165B800A}"/>
          </ac:picMkLst>
        </pc:picChg>
        <pc:picChg chg="del">
          <ac:chgData name="Chris Testa-O Neill" userId="5bbc7867-2897-41b3-9195-1c81bf62a82b" providerId="ADAL" clId="{0E6CDAF2-4DAB-4AFB-81BD-CDA6B64800B2}" dt="2021-10-21T14:49:55.315" v="91" actId="478"/>
          <ac:picMkLst>
            <pc:docMk/>
            <pc:sldMk cId="1480790458" sldId="2076137765"/>
            <ac:picMk id="20" creationId="{6B34229E-64D2-4EC3-99E4-7A74162314A3}"/>
          </ac:picMkLst>
        </pc:picChg>
        <pc:picChg chg="del">
          <ac:chgData name="Chris Testa-O Neill" userId="5bbc7867-2897-41b3-9195-1c81bf62a82b" providerId="ADAL" clId="{0E6CDAF2-4DAB-4AFB-81BD-CDA6B64800B2}" dt="2021-10-21T14:49:55.315" v="91" actId="478"/>
          <ac:picMkLst>
            <pc:docMk/>
            <pc:sldMk cId="1480790458" sldId="2076137765"/>
            <ac:picMk id="21" creationId="{A458AB0E-95AC-4481-9F5F-13CAD88CB576}"/>
          </ac:picMkLst>
        </pc:picChg>
        <pc:picChg chg="del">
          <ac:chgData name="Chris Testa-O Neill" userId="5bbc7867-2897-41b3-9195-1c81bf62a82b" providerId="ADAL" clId="{0E6CDAF2-4DAB-4AFB-81BD-CDA6B64800B2}" dt="2021-10-21T14:49:55.315" v="91" actId="478"/>
          <ac:picMkLst>
            <pc:docMk/>
            <pc:sldMk cId="1480790458" sldId="2076137765"/>
            <ac:picMk id="22" creationId="{837A6F71-E163-4A92-AB89-00568D715073}"/>
          </ac:picMkLst>
        </pc:picChg>
        <pc:picChg chg="del">
          <ac:chgData name="Chris Testa-O Neill" userId="5bbc7867-2897-41b3-9195-1c81bf62a82b" providerId="ADAL" clId="{0E6CDAF2-4DAB-4AFB-81BD-CDA6B64800B2}" dt="2021-10-21T14:49:55.315" v="91" actId="478"/>
          <ac:picMkLst>
            <pc:docMk/>
            <pc:sldMk cId="1480790458" sldId="2076137765"/>
            <ac:picMk id="23" creationId="{C750EE0E-6837-4D73-A1BE-E6B7221CE9FB}"/>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9/7/2024</a:t>
            </a:fld>
            <a:endParaRPr lang="en-US" dirty="0"/>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dirty="0"/>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9/7/2024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dirty="0"/>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learn.microsoft.com/en-us/azure/synapse-analytics/database-designer/concepts-database-templates"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how to Ingest Data with Apache Spark Notebooks in Azure Synapse Analytics.</a:t>
            </a:r>
          </a:p>
          <a:p>
            <a:r>
              <a:rPr lang="en-US" sz="1200" dirty="0"/>
              <a:t>How many of you have used Apache Spark pools in Azure Synapse Analytics, Azure Databricks, Apache Spark, HDInsight?</a:t>
            </a:r>
          </a:p>
          <a:p>
            <a:r>
              <a:rPr lang="en-US" sz="1200" dirty="0"/>
              <a:t>Talk about an example, of notebooks within the platforms provided. </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endParaRPr lang="en-US" sz="1200" b="1"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 ask them for examples on data engineering in which they have used a notebook and tried to load data and the products we have to support that, get conversational on the topic, but don’t spend too much time.</a:t>
            </a:r>
          </a:p>
          <a:p>
            <a:endParaRPr lang="en-IE"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dirty="0"/>
          </a:p>
        </p:txBody>
      </p:sp>
    </p:spTree>
    <p:extLst>
      <p:ext uri="{BB962C8B-B14F-4D97-AF65-F5344CB8AC3E}">
        <p14:creationId xmlns:p14="http://schemas.microsoft.com/office/powerpoint/2010/main" val="20539422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E6E6E6"/>
                </a:solidFill>
                <a:effectLst/>
                <a:latin typeface="Segoe UI" panose="020B0502040204020203" pitchFamily="34" charset="0"/>
              </a:rPr>
              <a:t>Azure Synapse Analytics allows you to create lake databases and tables using Spark or database designer, and then analyze data in the lake databases using the serverless SQL pool. The lake databases and the tables (parquet or CSV-backed) that are created on the Apache Spark pools, </a:t>
            </a:r>
            <a:r>
              <a:rPr lang="en-US" b="0" i="0" u="none" strike="noStrike" dirty="0">
                <a:effectLst/>
                <a:latin typeface="Segoe UI" panose="020B0502040204020203" pitchFamily="34" charset="0"/>
                <a:hlinkClick r:id="rId3"/>
              </a:rPr>
              <a:t>database templates</a:t>
            </a:r>
            <a:r>
              <a:rPr lang="en-US" b="0" i="0" dirty="0">
                <a:solidFill>
                  <a:srgbClr val="E6E6E6"/>
                </a:solidFill>
                <a:effectLst/>
                <a:latin typeface="Segoe UI" panose="020B0502040204020203" pitchFamily="34" charset="0"/>
              </a:rPr>
              <a:t>, or Dataverse are automatically available for querying with the serverless SQL pool engine. The lake databases and tables that are modified will be available in serverless SQL pool after some time. There will be a delay until the changes made in Spark or Database designed appear in serverless.</a:t>
            </a:r>
          </a:p>
          <a:p>
            <a:pPr algn="l"/>
            <a:endParaRPr lang="en-IE" b="0" i="0" dirty="0">
              <a:solidFill>
                <a:srgbClr val="171717"/>
              </a:solidFill>
              <a:effectLst/>
              <a:latin typeface="Segoe UI" panose="020B0502040204020203" pitchFamily="34" charset="0"/>
            </a:endParaRPr>
          </a:p>
          <a:p>
            <a:pPr algn="l"/>
            <a:r>
              <a:rPr lang="en-IE" b="0" i="0" dirty="0">
                <a:solidFill>
                  <a:srgbClr val="171717"/>
                </a:solidFill>
                <a:effectLst/>
                <a:latin typeface="Segoe UI" panose="020B0502040204020203" pitchFamily="34" charset="0"/>
              </a:rPr>
              <a:t>Use SQL database to connect to external file sources using other auth methods like SAS tokens. Lake database only supports Azure AD (</a:t>
            </a:r>
            <a:r>
              <a:rPr lang="en-IE" b="0" i="0" dirty="0" err="1">
                <a:solidFill>
                  <a:srgbClr val="171717"/>
                </a:solidFill>
                <a:effectLst/>
                <a:latin typeface="Segoe UI" panose="020B0502040204020203" pitchFamily="34" charset="0"/>
              </a:rPr>
              <a:t>Entra</a:t>
            </a:r>
            <a:r>
              <a:rPr lang="en-IE" b="0" i="0" dirty="0">
                <a:solidFill>
                  <a:srgbClr val="171717"/>
                </a:solidFill>
                <a:effectLst/>
                <a:latin typeface="Segoe UI" panose="020B0502040204020203" pitchFamily="34" charset="0"/>
              </a:rPr>
              <a:t> ID) authentication on the data lake </a:t>
            </a:r>
            <a:r>
              <a:rPr lang="en-IE" b="0" i="0">
                <a:solidFill>
                  <a:srgbClr val="171717"/>
                </a:solidFill>
                <a:effectLst/>
                <a:latin typeface="Segoe UI" panose="020B0502040204020203" pitchFamily="34" charset="0"/>
              </a:rPr>
              <a:t>and Dataverse.</a:t>
            </a:r>
            <a:endParaRPr lang="en-US" b="0" i="0" dirty="0">
              <a:solidFill>
                <a:srgbClr val="E6E6E6"/>
              </a:solidFill>
              <a:effectLst/>
              <a:latin typeface="Segoe UI" panose="020B0502040204020203" pitchFamily="34" charset="0"/>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dirty="0"/>
          </a:p>
        </p:txBody>
      </p:sp>
    </p:spTree>
    <p:extLst>
      <p:ext uri="{BB962C8B-B14F-4D97-AF65-F5344CB8AC3E}">
        <p14:creationId xmlns:p14="http://schemas.microsoft.com/office/powerpoint/2010/main" val="1281536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concepts here build on the previously discussed concept of external tables. In effect, a lake database is a relational schema that abstracts data in files, so data in the database can be ingested and updated directly in the file system.</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4</a:t>
            </a:fld>
            <a:endParaRPr lang="en-US" dirty="0"/>
          </a:p>
        </p:txBody>
      </p:sp>
    </p:spTree>
    <p:extLst>
      <p:ext uri="{BB962C8B-B14F-4D97-AF65-F5344CB8AC3E}">
        <p14:creationId xmlns:p14="http://schemas.microsoft.com/office/powerpoint/2010/main" val="9931055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Point out that the database templates can be used to create a complete database schema, or you can start with a blank database and add individual tables based on the table definitions in the templates. The templates are based on common database design patterns in enterprise database scenarios; but can be customized to your specific needs.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5</a:t>
            </a:fld>
            <a:endParaRPr lang="en-US" dirty="0"/>
          </a:p>
        </p:txBody>
      </p:sp>
    </p:spTree>
    <p:extLst>
      <p:ext uri="{BB962C8B-B14F-4D97-AF65-F5344CB8AC3E}">
        <p14:creationId xmlns:p14="http://schemas.microsoft.com/office/powerpoint/2010/main" val="22463986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database designer can greatly simplify the creation of complex database schema.</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6</a:t>
            </a:fld>
            <a:endParaRPr lang="en-US" dirty="0"/>
          </a:p>
        </p:txBody>
      </p:sp>
    </p:spTree>
    <p:extLst>
      <p:ext uri="{BB962C8B-B14F-4D97-AF65-F5344CB8AC3E}">
        <p14:creationId xmlns:p14="http://schemas.microsoft.com/office/powerpoint/2010/main" val="5134564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tables in a lake database can be queried in a SQL pool, but also in a Spark pool because the database schema is defined in the </a:t>
            </a:r>
            <a:r>
              <a:rPr lang="en-US" i="1" dirty="0" err="1"/>
              <a:t>metastore</a:t>
            </a:r>
            <a:r>
              <a:rPr lang="en-US" i="1" dirty="0"/>
              <a:t> for Spark pools in the workspace.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7</a:t>
            </a:fld>
            <a:endParaRPr lang="en-US" dirty="0"/>
          </a:p>
        </p:txBody>
      </p:sp>
    </p:spTree>
    <p:extLst>
      <p:ext uri="{BB962C8B-B14F-4D97-AF65-F5344CB8AC3E}">
        <p14:creationId xmlns:p14="http://schemas.microsoft.com/office/powerpoint/2010/main" val="13398232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All instructions and context are found in this repository</a:t>
            </a:r>
            <a:r>
              <a:rPr lang="en-US" sz="1200" b="0" i="0" dirty="0">
                <a:effectLst/>
                <a:latin typeface="Helvetica Neue"/>
              </a:rPr>
              <a:t>​</a:t>
            </a:r>
            <a:endParaRPr lang="en-US" b="0" i="0" dirty="0">
              <a:effectLst/>
            </a:endParaRP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8</a:t>
            </a:fld>
            <a:endParaRPr lang="en-US" dirty="0"/>
          </a:p>
        </p:txBody>
      </p:sp>
    </p:spTree>
    <p:extLst>
      <p:ext uri="{BB962C8B-B14F-4D97-AF65-F5344CB8AC3E}">
        <p14:creationId xmlns:p14="http://schemas.microsoft.com/office/powerpoint/2010/main" val="1674645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9</a:t>
            </a:fld>
            <a:endParaRPr lang="en-US"/>
          </a:p>
        </p:txBody>
      </p:sp>
    </p:spTree>
    <p:extLst>
      <p:ext uri="{BB962C8B-B14F-4D97-AF65-F5344CB8AC3E}">
        <p14:creationId xmlns:p14="http://schemas.microsoft.com/office/powerpoint/2010/main" val="6488205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dirty="0"/>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dirty="0"/>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dirty="0"/>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dirty="0"/>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dirty="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dirty="0"/>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dirty="0"/>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dirty="0"/>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dirty="0"/>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dirty="0"/>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dirty="0"/>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column_Callout_with Image">
    <p:bg>
      <p:bgRef idx="1001">
        <a:schemeClr val="bg1"/>
      </p:bgRef>
    </p:bg>
    <p:spTree>
      <p:nvGrpSpPr>
        <p:cNvPr id="1" name=""/>
        <p:cNvGrpSpPr/>
        <p:nvPr/>
      </p:nvGrpSpPr>
      <p:grpSpPr>
        <a:xfrm>
          <a:off x="0" y="0"/>
          <a:ext cx="0" cy="0"/>
          <a:chOff x="0" y="0"/>
          <a:chExt cx="0" cy="0"/>
        </a:xfrm>
      </p:grpSpPr>
      <p:sp>
        <p:nvSpPr>
          <p:cNvPr id="7" name="Footer Placeholder 10">
            <a:extLst>
              <a:ext uri="{FF2B5EF4-FFF2-40B4-BE49-F238E27FC236}">
                <a16:creationId xmlns:a16="http://schemas.microsoft.com/office/drawing/2014/main" id="{5E5F3DC3-1739-4680-A88C-C7B8F0E6D388}"/>
              </a:ext>
            </a:extLst>
          </p:cNvPr>
          <p:cNvSpPr>
            <a:spLocks noGrp="1"/>
          </p:cNvSpPr>
          <p:nvPr>
            <p:ph type="ftr" sz="quarter" idx="3"/>
          </p:nvPr>
        </p:nvSpPr>
        <p:spPr>
          <a:xfrm>
            <a:off x="586389"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44938"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064000" y="1581150"/>
            <a:ext cx="7535862" cy="443072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584200" y="1594155"/>
            <a:ext cx="317414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586389" y="2085764"/>
            <a:ext cx="3172811"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65176" indent="-128016">
              <a:spcAft>
                <a:spcPts val="0"/>
              </a:spcAft>
              <a:buFont typeface="Arial" panose="020B0604020202020204" pitchFamily="34" charset="0"/>
              <a:buChar char="•"/>
              <a:defRPr>
                <a:solidFill>
                  <a:schemeClr val="tx1"/>
                </a:solidFill>
              </a:defRPr>
            </a:lvl2pPr>
            <a:lvl3pPr marL="384048" indent="-118872">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24280538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Blank_with 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8193024"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endParaRPr lang="en-US" dirty="0"/>
          </a:p>
        </p:txBody>
      </p:sp>
      <p:sp>
        <p:nvSpPr>
          <p:cNvPr id="5" name="Footer Placeholder 10">
            <a:extLst>
              <a:ext uri="{FF2B5EF4-FFF2-40B4-BE49-F238E27FC236}">
                <a16:creationId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endParaRPr lang="en-US" dirty="0">
              <a:solidFill>
                <a:srgbClr val="000000"/>
              </a:solidFill>
            </a:endParaRPr>
          </a:p>
        </p:txBody>
      </p:sp>
    </p:spTree>
    <p:extLst>
      <p:ext uri="{BB962C8B-B14F-4D97-AF65-F5344CB8AC3E}">
        <p14:creationId xmlns:p14="http://schemas.microsoft.com/office/powerpoint/2010/main" val="3699916603"/>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4.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3.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1">
            <a:extLst>
              <a:ext uri="{96DAC541-7B7A-43D3-8B79-37D633B846F1}">
                <asvg:svgBlip xmlns:asvg="http://schemas.microsoft.com/office/drawing/2016/SVG/main" r:embed="rId42"/>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3">
            <a:extLst>
              <a:ext uri="{96DAC541-7B7A-43D3-8B79-37D633B846F1}">
                <asvg:svgBlip xmlns:asvg="http://schemas.microsoft.com/office/drawing/2016/SVG/main" r:embed="rId44"/>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38.xml"/><Relationship Id="rId6" Type="http://schemas.openxmlformats.org/officeDocument/2006/relationships/image" Target="../media/image29.png"/><Relationship Id="rId5" Type="http://schemas.openxmlformats.org/officeDocument/2006/relationships/image" Target="../media/image28.svg"/><Relationship Id="rId4"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39.xml"/><Relationship Id="rId5" Type="http://schemas.openxmlformats.org/officeDocument/2006/relationships/image" Target="../media/image29.png"/><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37.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a:bodyPr>
          <a:lstStyle/>
          <a:p>
            <a:r>
              <a:rPr lang="it-IT" dirty="0"/>
              <a:t>Analyze data in a lake database</a:t>
            </a:r>
            <a:endParaRPr lang="en-US" dirty="0"/>
          </a:p>
        </p:txBody>
      </p:sp>
      <p:sp>
        <p:nvSpPr>
          <p:cNvPr id="5" name="Subtitle 4">
            <a:extLst>
              <a:ext uri="{FF2B5EF4-FFF2-40B4-BE49-F238E27FC236}">
                <a16:creationId xmlns:a16="http://schemas.microsoft.com/office/drawing/2014/main" id="{8D7C465C-2B39-E64F-89F1-4F9921638A0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1</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222712" y="1806388"/>
            <a:ext cx="4581188" cy="3439389"/>
          </a:xfrm>
        </p:spPr>
        <p:txBody>
          <a:bodyPr/>
          <a:lstStyle/>
          <a:p>
            <a:r>
              <a:rPr lang="en-GB" dirty="0"/>
              <a:t>Introducing lake databases</a:t>
            </a:r>
            <a:br>
              <a:rPr lang="en-GB" dirty="0"/>
            </a:br>
            <a:endParaRPr lang="en-GB" dirty="0"/>
          </a:p>
        </p:txBody>
      </p:sp>
    </p:spTree>
    <p:extLst>
      <p:ext uri="{BB962C8B-B14F-4D97-AF65-F5344CB8AC3E}">
        <p14:creationId xmlns:p14="http://schemas.microsoft.com/office/powerpoint/2010/main" val="2118431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C72420-0178-46C3-9340-B24DF8BCF567}"/>
              </a:ext>
            </a:extLst>
          </p:cNvPr>
          <p:cNvSpPr>
            <a:spLocks noGrp="1"/>
          </p:cNvSpPr>
          <p:nvPr>
            <p:ph type="title"/>
          </p:nvPr>
        </p:nvSpPr>
        <p:spPr>
          <a:xfrm>
            <a:off x="652462" y="346076"/>
            <a:ext cx="11247438" cy="568324"/>
          </a:xfrm>
        </p:spPr>
        <p:txBody>
          <a:bodyPr>
            <a:normAutofit/>
          </a:bodyPr>
          <a:lstStyle/>
          <a:p>
            <a:r>
              <a:rPr lang="en-GB" dirty="0"/>
              <a:t>Lake databases</a:t>
            </a:r>
          </a:p>
        </p:txBody>
      </p:sp>
      <p:sp>
        <p:nvSpPr>
          <p:cNvPr id="10" name="Footer Placeholder 9">
            <a:extLst>
              <a:ext uri="{FF2B5EF4-FFF2-40B4-BE49-F238E27FC236}">
                <a16:creationId xmlns:a16="http://schemas.microsoft.com/office/drawing/2014/main" id="{D039EBF2-1C70-4300-878F-AFBAD4647DE6}"/>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11" name="Slide Number Placeholder 10">
            <a:extLst>
              <a:ext uri="{FF2B5EF4-FFF2-40B4-BE49-F238E27FC236}">
                <a16:creationId xmlns:a16="http://schemas.microsoft.com/office/drawing/2014/main" id="{380114BB-7E4B-4A3E-9FBA-3445EAA7F5AD}"/>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pic>
        <p:nvPicPr>
          <p:cNvPr id="1026" name="Picture 2">
            <a:extLst>
              <a:ext uri="{FF2B5EF4-FFF2-40B4-BE49-F238E27FC236}">
                <a16:creationId xmlns:a16="http://schemas.microsoft.com/office/drawing/2014/main" id="{02A20BEF-D1D7-5DE6-E95A-789F1E8360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9460" y="1186312"/>
            <a:ext cx="6190798" cy="4886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F4040-2BE0-DE26-0D71-061A129B369F}"/>
              </a:ext>
            </a:extLst>
          </p:cNvPr>
          <p:cNvSpPr txBox="1"/>
          <p:nvPr/>
        </p:nvSpPr>
        <p:spPr>
          <a:xfrm>
            <a:off x="129096" y="2156490"/>
            <a:ext cx="5525880" cy="3416320"/>
          </a:xfrm>
          <a:prstGeom prst="rect">
            <a:avLst/>
          </a:prstGeom>
          <a:noFill/>
        </p:spPr>
        <p:txBody>
          <a:bodyPr wrap="square">
            <a:spAutoFit/>
          </a:bodyPr>
          <a:lstStyle/>
          <a:p>
            <a:pPr algn="l"/>
            <a:r>
              <a:rPr lang="en-US" b="1" i="0" dirty="0">
                <a:effectLst/>
                <a:latin typeface="Segoe UI" panose="020B0502040204020203" pitchFamily="34" charset="0"/>
              </a:rPr>
              <a:t>Lake databases</a:t>
            </a:r>
            <a:r>
              <a:rPr lang="en-US" b="0" i="0" dirty="0">
                <a:effectLst/>
                <a:latin typeface="Segoe UI" panose="020B0502040204020203" pitchFamily="34" charset="0"/>
              </a:rPr>
              <a:t> where you can define tables on top of lake data using Apache Spark notebooks, database templates, or Microsoft Dataverse (previously Common Data Service). These tables will be available for querying using T-SQL (Transact-SQL) language using the serverless SQL pool.</a:t>
            </a:r>
          </a:p>
          <a:p>
            <a:pPr algn="l"/>
            <a:r>
              <a:rPr lang="en-US" b="1" i="0" dirty="0">
                <a:effectLst/>
                <a:latin typeface="Segoe UI" panose="020B0502040204020203" pitchFamily="34" charset="0"/>
              </a:rPr>
              <a:t>SQL databases</a:t>
            </a:r>
            <a:r>
              <a:rPr lang="en-US" b="0" i="0" dirty="0">
                <a:effectLst/>
                <a:latin typeface="Segoe UI" panose="020B0502040204020203" pitchFamily="34" charset="0"/>
              </a:rPr>
              <a:t> where you can define your own databases and tables directly using the serverless SQL pools. You can use T-SQL CREATE DATABASE, CREATE EXTERNAL TABLE to define the objects and add additional SQL views, procedures, and inline-table-value functions on top of the tables.</a:t>
            </a:r>
          </a:p>
        </p:txBody>
      </p:sp>
      <p:sp>
        <p:nvSpPr>
          <p:cNvPr id="6" name="TextBox 5">
            <a:extLst>
              <a:ext uri="{FF2B5EF4-FFF2-40B4-BE49-F238E27FC236}">
                <a16:creationId xmlns:a16="http://schemas.microsoft.com/office/drawing/2014/main" id="{BE1FF5AB-4EF1-FAA5-750E-0AC0ED0B64C4}"/>
              </a:ext>
            </a:extLst>
          </p:cNvPr>
          <p:cNvSpPr txBox="1"/>
          <p:nvPr/>
        </p:nvSpPr>
        <p:spPr>
          <a:xfrm>
            <a:off x="179331" y="1009974"/>
            <a:ext cx="6096850" cy="646331"/>
          </a:xfrm>
          <a:prstGeom prst="rect">
            <a:avLst/>
          </a:prstGeom>
          <a:noFill/>
        </p:spPr>
        <p:txBody>
          <a:bodyPr wrap="square">
            <a:spAutoFit/>
          </a:bodyPr>
          <a:lstStyle/>
          <a:p>
            <a:r>
              <a:rPr lang="en-US" b="0" i="0" dirty="0">
                <a:effectLst/>
                <a:latin typeface="Segoe UI" panose="020B0502040204020203" pitchFamily="34" charset="0"/>
              </a:rPr>
              <a:t>The Azure Synapse Analytics workspace enables you to create two types of databases on top of a Spark data lake:</a:t>
            </a:r>
            <a:endParaRPr lang="en-US" dirty="0"/>
          </a:p>
        </p:txBody>
      </p:sp>
    </p:spTree>
    <p:extLst>
      <p:ext uri="{BB962C8B-B14F-4D97-AF65-F5344CB8AC3E}">
        <p14:creationId xmlns:p14="http://schemas.microsoft.com/office/powerpoint/2010/main" val="21771378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45E0278-3EFF-CBEC-7334-AD604D1E7D55}"/>
              </a:ext>
            </a:extLst>
          </p:cNvPr>
          <p:cNvSpPr>
            <a:spLocks noGrp="1"/>
          </p:cNvSpPr>
          <p:nvPr>
            <p:ph type="title"/>
          </p:nvPr>
        </p:nvSpPr>
        <p:spPr/>
        <p:txBody>
          <a:bodyPr>
            <a:normAutofit fontScale="90000"/>
          </a:bodyPr>
          <a:lstStyle/>
          <a:p>
            <a:r>
              <a:rPr lang="en-US" dirty="0">
                <a:solidFill>
                  <a:schemeClr val="tx2"/>
                </a:solidFill>
              </a:rPr>
              <a:t>Lake database concepts</a:t>
            </a:r>
          </a:p>
        </p:txBody>
      </p:sp>
      <p:sp>
        <p:nvSpPr>
          <p:cNvPr id="3" name="Text Placeholder 2">
            <a:extLst>
              <a:ext uri="{FF2B5EF4-FFF2-40B4-BE49-F238E27FC236}">
                <a16:creationId xmlns:a16="http://schemas.microsoft.com/office/drawing/2014/main" id="{43867D71-2086-64E8-6375-6222CABD60E1}"/>
              </a:ext>
            </a:extLst>
          </p:cNvPr>
          <p:cNvSpPr>
            <a:spLocks noGrp="1"/>
          </p:cNvSpPr>
          <p:nvPr>
            <p:ph type="body" sz="quarter" idx="16"/>
          </p:nvPr>
        </p:nvSpPr>
        <p:spPr>
          <a:xfrm>
            <a:off x="584200" y="1594155"/>
            <a:ext cx="3174143" cy="4462760"/>
          </a:xfrm>
        </p:spPr>
        <p:txBody>
          <a:bodyPr>
            <a:normAutofit fontScale="92500" lnSpcReduction="20000"/>
          </a:bodyPr>
          <a:lstStyle/>
          <a:p>
            <a:pPr marL="0" lvl="1" indent="0">
              <a:spcBef>
                <a:spcPts val="1200"/>
              </a:spcBef>
              <a:buNone/>
            </a:pPr>
            <a:r>
              <a:rPr lang="en-US" sz="1800" dirty="0">
                <a:latin typeface="+mj-lt"/>
                <a:cs typeface="Segoe UI" panose="020B0502040204020203" pitchFamily="34" charset="0"/>
              </a:rPr>
              <a:t>Lake database schema:</a:t>
            </a:r>
          </a:p>
          <a:p>
            <a:pPr marL="304800" lvl="1" indent="-190500">
              <a:spcBef>
                <a:spcPts val="300"/>
              </a:spcBef>
              <a:defRPr/>
            </a:pPr>
            <a:r>
              <a:rPr lang="en-US" sz="1600" dirty="0"/>
              <a:t>Relational tables</a:t>
            </a:r>
          </a:p>
          <a:p>
            <a:pPr marL="304800" lvl="1" indent="-190500">
              <a:spcBef>
                <a:spcPts val="600"/>
              </a:spcBef>
              <a:defRPr/>
            </a:pPr>
            <a:r>
              <a:rPr lang="en-US" sz="1600" dirty="0"/>
              <a:t>Proven data modeling principles</a:t>
            </a:r>
          </a:p>
          <a:p>
            <a:pPr marL="304800" lvl="1" indent="-190500">
              <a:spcBef>
                <a:spcPts val="600"/>
              </a:spcBef>
              <a:defRPr/>
            </a:pPr>
            <a:r>
              <a:rPr lang="en-US" sz="1600" dirty="0"/>
              <a:t>Consistent naming conventions</a:t>
            </a:r>
          </a:p>
          <a:p>
            <a:pPr marL="0" lvl="1" indent="0">
              <a:spcBef>
                <a:spcPts val="1200"/>
              </a:spcBef>
              <a:buNone/>
            </a:pPr>
            <a:r>
              <a:rPr lang="en-US" sz="1800" dirty="0">
                <a:latin typeface="+mj-lt"/>
                <a:cs typeface="Segoe UI" panose="020B0502040204020203" pitchFamily="34" charset="0"/>
              </a:rPr>
              <a:t>Lake database storage:</a:t>
            </a:r>
          </a:p>
          <a:p>
            <a:pPr marL="304800" lvl="1" indent="-190500">
              <a:spcBef>
                <a:spcPts val="300"/>
              </a:spcBef>
              <a:defRPr/>
            </a:pPr>
            <a:r>
              <a:rPr lang="en-US" sz="1600" dirty="0"/>
              <a:t>Parquet or CSV files in a</a:t>
            </a:r>
            <a:br>
              <a:rPr lang="en-US" sz="1600" dirty="0"/>
            </a:br>
            <a:r>
              <a:rPr lang="en-US" sz="1600" dirty="0"/>
              <a:t>data lake</a:t>
            </a:r>
          </a:p>
          <a:p>
            <a:pPr marL="304800" lvl="1" indent="-190500">
              <a:spcBef>
                <a:spcPts val="600"/>
              </a:spcBef>
              <a:defRPr/>
            </a:pPr>
            <a:r>
              <a:rPr lang="en-US" sz="1600" dirty="0"/>
              <a:t>Managed independently</a:t>
            </a:r>
            <a:br>
              <a:rPr lang="en-US" sz="1600" dirty="0"/>
            </a:br>
            <a:r>
              <a:rPr lang="en-US" sz="1600" dirty="0"/>
              <a:t>of database</a:t>
            </a:r>
          </a:p>
          <a:p>
            <a:pPr marL="304800" lvl="1" indent="-190500">
              <a:spcBef>
                <a:spcPts val="600"/>
              </a:spcBef>
              <a:defRPr/>
            </a:pPr>
            <a:r>
              <a:rPr lang="en-US" sz="1600" dirty="0"/>
              <a:t>Simplified data ingestion</a:t>
            </a:r>
          </a:p>
          <a:p>
            <a:pPr marL="0" lvl="1" indent="0">
              <a:spcBef>
                <a:spcPts val="1200"/>
              </a:spcBef>
              <a:buNone/>
            </a:pPr>
            <a:r>
              <a:rPr lang="en-US" sz="1800" dirty="0">
                <a:latin typeface="+mj-lt"/>
                <a:cs typeface="Segoe UI" panose="020B0502040204020203" pitchFamily="34" charset="0"/>
              </a:rPr>
              <a:t>Lake database compute:</a:t>
            </a:r>
          </a:p>
          <a:p>
            <a:pPr marL="304800" lvl="1" indent="-190500">
              <a:spcBef>
                <a:spcPts val="300"/>
              </a:spcBef>
              <a:defRPr/>
            </a:pPr>
            <a:r>
              <a:rPr lang="en-US" sz="1600" dirty="0"/>
              <a:t>Serverless SQL pool</a:t>
            </a:r>
          </a:p>
          <a:p>
            <a:pPr marL="304800" lvl="1" indent="-190500">
              <a:spcBef>
                <a:spcPts val="600"/>
              </a:spcBef>
              <a:defRPr/>
            </a:pPr>
            <a:r>
              <a:rPr lang="en-US" sz="1600" dirty="0"/>
              <a:t>Apache Spark pool</a:t>
            </a:r>
          </a:p>
        </p:txBody>
      </p:sp>
      <p:sp>
        <p:nvSpPr>
          <p:cNvPr id="7" name="Rectangle 6">
            <a:extLst>
              <a:ext uri="{FF2B5EF4-FFF2-40B4-BE49-F238E27FC236}">
                <a16:creationId xmlns:a16="http://schemas.microsoft.com/office/drawing/2014/main" id="{801B3925-7829-B76B-8C19-A892BB36C4AD}"/>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3074" name="Picture 2" descr="Diagram of a relational schema of linked tables overlaying files in a file store.">
            <a:extLst>
              <a:ext uri="{FF2B5EF4-FFF2-40B4-BE49-F238E27FC236}">
                <a16:creationId xmlns:a16="http://schemas.microsoft.com/office/drawing/2014/main" id="{0A028CD4-6AE0-27B0-A96C-2935726EA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5686" y="1717265"/>
            <a:ext cx="3912490" cy="3286492"/>
          </a:xfrm>
          <a:prstGeom prst="rect">
            <a:avLst/>
          </a:prstGeom>
          <a:noFill/>
          <a:extLst>
            <a:ext uri="{909E8E84-426E-40DD-AFC4-6F175D3DCCD1}">
              <a14:hiddenFill xmlns:a14="http://schemas.microsoft.com/office/drawing/2010/main">
                <a:solidFill>
                  <a:srgbClr val="FFFFFF"/>
                </a:solidFill>
              </a14:hiddenFill>
            </a:ext>
          </a:extLst>
        </p:spPr>
      </p:pic>
      <p:pic>
        <p:nvPicPr>
          <p:cNvPr id="12" name="Graphic 11" descr="SQL Pool">
            <a:extLst>
              <a:ext uri="{FF2B5EF4-FFF2-40B4-BE49-F238E27FC236}">
                <a16:creationId xmlns:a16="http://schemas.microsoft.com/office/drawing/2014/main" id="{B71BC256-DBD0-1715-6D4B-C3C1A233F49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875686" y="5221711"/>
            <a:ext cx="628361" cy="628361"/>
          </a:xfrm>
          <a:prstGeom prst="rect">
            <a:avLst/>
          </a:prstGeom>
        </p:spPr>
      </p:pic>
      <p:pic>
        <p:nvPicPr>
          <p:cNvPr id="14" name="Picture 13" descr="Spark Pool">
            <a:extLst>
              <a:ext uri="{FF2B5EF4-FFF2-40B4-BE49-F238E27FC236}">
                <a16:creationId xmlns:a16="http://schemas.microsoft.com/office/drawing/2014/main" id="{86F0E7F5-0518-CE4E-1622-ED76C5A8DAE0}"/>
              </a:ext>
            </a:extLst>
          </p:cNvPr>
          <p:cNvPicPr>
            <a:picLocks noChangeAspect="1"/>
          </p:cNvPicPr>
          <p:nvPr/>
        </p:nvPicPr>
        <p:blipFill>
          <a:blip r:embed="rId6"/>
          <a:stretch>
            <a:fillRect/>
          </a:stretch>
        </p:blipFill>
        <p:spPr>
          <a:xfrm>
            <a:off x="8748648" y="5221711"/>
            <a:ext cx="1039528" cy="736979"/>
          </a:xfrm>
          <a:prstGeom prst="rect">
            <a:avLst/>
          </a:prstGeom>
        </p:spPr>
      </p:pic>
      <p:sp>
        <p:nvSpPr>
          <p:cNvPr id="15" name="Left Brace 14">
            <a:extLst>
              <a:ext uri="{FF2B5EF4-FFF2-40B4-BE49-F238E27FC236}">
                <a16:creationId xmlns:a16="http://schemas.microsoft.com/office/drawing/2014/main" id="{EFA79B00-038E-53B2-3FB2-A275193667A5}"/>
              </a:ext>
              <a:ext uri="{C183D7F6-B498-43B3-948B-1728B52AA6E4}">
                <adec:decorative xmlns:adec="http://schemas.microsoft.com/office/drawing/2017/decorative" val="1"/>
              </a:ext>
            </a:extLst>
          </p:cNvPr>
          <p:cNvSpPr/>
          <p:nvPr/>
        </p:nvSpPr>
        <p:spPr>
          <a:xfrm rot="5400000">
            <a:off x="7622725" y="3570897"/>
            <a:ext cx="217954" cy="3083674"/>
          </a:xfrm>
          <a:prstGeom prst="leftBrace">
            <a:avLst>
              <a:gd name="adj1" fmla="val 0"/>
              <a:gd name="adj2" fmla="val 51977"/>
            </a:avLst>
          </a:prstGeom>
          <a:ln w="19050">
            <a:solidFill>
              <a:schemeClr val="bg1">
                <a:lumMod val="75000"/>
              </a:schemeClr>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410976549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6E13A-93D7-D4E2-1191-323DA43B6C9D}"/>
              </a:ext>
            </a:extLst>
          </p:cNvPr>
          <p:cNvSpPr>
            <a:spLocks noGrp="1"/>
          </p:cNvSpPr>
          <p:nvPr>
            <p:ph type="title"/>
          </p:nvPr>
        </p:nvSpPr>
        <p:spPr>
          <a:xfrm>
            <a:off x="588262" y="585216"/>
            <a:ext cx="11044938" cy="369332"/>
          </a:xfrm>
        </p:spPr>
        <p:txBody>
          <a:bodyPr>
            <a:normAutofit fontScale="90000"/>
          </a:bodyPr>
          <a:lstStyle/>
          <a:p>
            <a:r>
              <a:rPr lang="en-US" dirty="0">
                <a:solidFill>
                  <a:schemeClr val="tx2"/>
                </a:solidFill>
              </a:rPr>
              <a:t>Database templates</a:t>
            </a:r>
          </a:p>
        </p:txBody>
      </p:sp>
      <p:sp>
        <p:nvSpPr>
          <p:cNvPr id="8" name="Text Placeholder 7">
            <a:extLst>
              <a:ext uri="{FF2B5EF4-FFF2-40B4-BE49-F238E27FC236}">
                <a16:creationId xmlns:a16="http://schemas.microsoft.com/office/drawing/2014/main" id="{24BF03AD-D6C4-1973-3018-C502151F8414}"/>
              </a:ext>
            </a:extLst>
          </p:cNvPr>
          <p:cNvSpPr>
            <a:spLocks noGrp="1"/>
          </p:cNvSpPr>
          <p:nvPr>
            <p:ph type="body" sz="quarter" idx="15"/>
          </p:nvPr>
        </p:nvSpPr>
        <p:spPr>
          <a:xfrm>
            <a:off x="586389" y="1581150"/>
            <a:ext cx="3172811" cy="2092881"/>
          </a:xfrm>
        </p:spPr>
        <p:txBody>
          <a:bodyPr/>
          <a:lstStyle/>
          <a:p>
            <a:pPr marL="215900" lvl="1" indent="-215900">
              <a:spcBef>
                <a:spcPts val="1200"/>
              </a:spcBef>
            </a:pPr>
            <a:r>
              <a:rPr lang="en-US" sz="1800" dirty="0"/>
              <a:t>Pre-defined relational schema based on common business scenarios</a:t>
            </a:r>
          </a:p>
          <a:p>
            <a:pPr marL="215900" lvl="1" indent="-215900">
              <a:spcBef>
                <a:spcPts val="1200"/>
              </a:spcBef>
            </a:pPr>
            <a:r>
              <a:rPr lang="en-US" sz="1800" dirty="0"/>
              <a:t>Use as a template for a new database or start with a blank schema and add pre-defined table definitions</a:t>
            </a:r>
          </a:p>
        </p:txBody>
      </p:sp>
      <p:sp>
        <p:nvSpPr>
          <p:cNvPr id="11" name="Rectangle 10">
            <a:extLst>
              <a:ext uri="{FF2B5EF4-FFF2-40B4-BE49-F238E27FC236}">
                <a16:creationId xmlns:a16="http://schemas.microsoft.com/office/drawing/2014/main" id="{43FCDCB7-EA2A-9FB8-C358-0ABB6F25E843}"/>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4098" name="Picture 2" descr="Screenshot of the gallery in Azure Synapse Studio, showing database templates.">
            <a:extLst>
              <a:ext uri="{FF2B5EF4-FFF2-40B4-BE49-F238E27FC236}">
                <a16:creationId xmlns:a16="http://schemas.microsoft.com/office/drawing/2014/main" id="{DCD7A910-3640-FE23-ACC9-D45ADD83279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a:stretch/>
        </p:blipFill>
        <p:spPr bwMode="auto">
          <a:xfrm>
            <a:off x="5112698" y="1685706"/>
            <a:ext cx="5438466" cy="42216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5458829"/>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DE757-0F09-94E2-E83C-768390602D44}"/>
              </a:ext>
            </a:extLst>
          </p:cNvPr>
          <p:cNvSpPr>
            <a:spLocks noGrp="1"/>
          </p:cNvSpPr>
          <p:nvPr>
            <p:ph type="title"/>
          </p:nvPr>
        </p:nvSpPr>
        <p:spPr/>
        <p:txBody>
          <a:bodyPr>
            <a:normAutofit fontScale="90000"/>
          </a:bodyPr>
          <a:lstStyle/>
          <a:p>
            <a:r>
              <a:rPr lang="en-US" dirty="0">
                <a:solidFill>
                  <a:schemeClr val="tx2"/>
                </a:solidFill>
              </a:rPr>
              <a:t>Database designer</a:t>
            </a:r>
          </a:p>
        </p:txBody>
      </p:sp>
      <p:sp>
        <p:nvSpPr>
          <p:cNvPr id="3" name="Text Placeholder 2">
            <a:extLst>
              <a:ext uri="{FF2B5EF4-FFF2-40B4-BE49-F238E27FC236}">
                <a16:creationId xmlns:a16="http://schemas.microsoft.com/office/drawing/2014/main" id="{FD41C0DB-CDC4-1609-E36B-80B92A80BA9F}"/>
              </a:ext>
            </a:extLst>
          </p:cNvPr>
          <p:cNvSpPr>
            <a:spLocks noGrp="1"/>
          </p:cNvSpPr>
          <p:nvPr>
            <p:ph type="body" sz="quarter" idx="15"/>
          </p:nvPr>
        </p:nvSpPr>
        <p:spPr>
          <a:xfrm>
            <a:off x="586389" y="1581150"/>
            <a:ext cx="3172811" cy="2939266"/>
          </a:xfrm>
        </p:spPr>
        <p:txBody>
          <a:bodyPr/>
          <a:lstStyle/>
          <a:p>
            <a:pPr marL="228600" lvl="1" indent="-228600">
              <a:spcBef>
                <a:spcPts val="0"/>
              </a:spcBef>
              <a:spcAft>
                <a:spcPts val="1200"/>
              </a:spcAft>
            </a:pPr>
            <a:r>
              <a:rPr lang="en-US" sz="1800" dirty="0"/>
              <a:t>Visual tool for creating a database schema</a:t>
            </a:r>
          </a:p>
          <a:p>
            <a:pPr marL="228600" lvl="1" indent="-228600">
              <a:spcBef>
                <a:spcPts val="0"/>
              </a:spcBef>
              <a:spcAft>
                <a:spcPts val="600"/>
              </a:spcAft>
            </a:pPr>
            <a:r>
              <a:rPr lang="en-US" sz="1800" dirty="0"/>
              <a:t>Add tables and specify:</a:t>
            </a:r>
          </a:p>
          <a:p>
            <a:pPr marL="571500" lvl="1" indent="-228600" defTabSz="914367">
              <a:spcBef>
                <a:spcPts val="0"/>
              </a:spcBef>
              <a:spcAft>
                <a:spcPts val="600"/>
              </a:spcAft>
              <a:buFont typeface="Segoe UI" panose="020B0502040204020203" pitchFamily="34" charset="0"/>
              <a:buChar char="–"/>
              <a:tabLst>
                <a:tab pos="508000" algn="l"/>
              </a:tabLst>
            </a:pPr>
            <a:r>
              <a:rPr lang="en-US" sz="1600" dirty="0"/>
              <a:t>Name and storage settings for the table</a:t>
            </a:r>
          </a:p>
          <a:p>
            <a:pPr marL="571500" lvl="1" indent="-228600" defTabSz="914367">
              <a:spcBef>
                <a:spcPts val="0"/>
              </a:spcBef>
              <a:spcAft>
                <a:spcPts val="600"/>
              </a:spcAft>
              <a:buFont typeface="Segoe UI" panose="020B0502040204020203" pitchFamily="34" charset="0"/>
              <a:buChar char="–"/>
              <a:tabLst>
                <a:tab pos="508000" algn="l"/>
              </a:tabLst>
            </a:pPr>
            <a:r>
              <a:rPr lang="en-US" sz="1600" dirty="0"/>
              <a:t>Names, key usage, nullability, and data types for each column</a:t>
            </a:r>
          </a:p>
          <a:p>
            <a:pPr marL="571500" lvl="1" indent="-228600" defTabSz="914367">
              <a:spcBef>
                <a:spcPts val="0"/>
              </a:spcBef>
              <a:spcAft>
                <a:spcPts val="1200"/>
              </a:spcAft>
              <a:buFont typeface="Segoe UI" panose="020B0502040204020203" pitchFamily="34" charset="0"/>
              <a:buChar char="–"/>
              <a:tabLst>
                <a:tab pos="508000" algn="l"/>
              </a:tabLst>
            </a:pPr>
            <a:r>
              <a:rPr lang="en-US" sz="1600" dirty="0"/>
              <a:t>Relationships between </a:t>
            </a:r>
            <a:r>
              <a:rPr lang="en-US" sz="1600"/>
              <a:t>key columns across </a:t>
            </a:r>
            <a:r>
              <a:rPr lang="en-US" sz="1600" dirty="0"/>
              <a:t>tables</a:t>
            </a:r>
          </a:p>
        </p:txBody>
      </p:sp>
      <p:sp>
        <p:nvSpPr>
          <p:cNvPr id="5" name="Rectangle 4">
            <a:extLst>
              <a:ext uri="{FF2B5EF4-FFF2-40B4-BE49-F238E27FC236}">
                <a16:creationId xmlns:a16="http://schemas.microsoft.com/office/drawing/2014/main" id="{40A75267-389B-1AD2-DE96-6D53A77F8A4B}"/>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4" name="Picture 2" descr="Screenshot of database designer in Azure Synapse Studio.">
            <a:extLst>
              <a:ext uri="{FF2B5EF4-FFF2-40B4-BE49-F238E27FC236}">
                <a16:creationId xmlns:a16="http://schemas.microsoft.com/office/drawing/2014/main" id="{FE5A8DB1-7BF4-0875-9FD8-12F74945C8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5086" y="1708397"/>
            <a:ext cx="5353690" cy="41762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34543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BB263-F93B-DDA7-8008-DC3B59DC7E47}"/>
              </a:ext>
            </a:extLst>
          </p:cNvPr>
          <p:cNvSpPr>
            <a:spLocks noGrp="1"/>
          </p:cNvSpPr>
          <p:nvPr>
            <p:ph type="title"/>
          </p:nvPr>
        </p:nvSpPr>
        <p:spPr>
          <a:xfrm>
            <a:off x="588262" y="585216"/>
            <a:ext cx="8193024" cy="369332"/>
          </a:xfrm>
        </p:spPr>
        <p:txBody>
          <a:bodyPr>
            <a:normAutofit fontScale="90000"/>
          </a:bodyPr>
          <a:lstStyle/>
          <a:p>
            <a:r>
              <a:rPr lang="en-US" dirty="0"/>
              <a:t>Use a lake database</a:t>
            </a:r>
          </a:p>
        </p:txBody>
      </p:sp>
      <p:sp>
        <p:nvSpPr>
          <p:cNvPr id="3" name="Rectangle 2">
            <a:extLst>
              <a:ext uri="{FF2B5EF4-FFF2-40B4-BE49-F238E27FC236}">
                <a16:creationId xmlns:a16="http://schemas.microsoft.com/office/drawing/2014/main" id="{AB35A631-2B8A-3B39-04A9-51FC8CCF4A25}"/>
              </a:ext>
              <a:ext uri="{C183D7F6-B498-43B3-948B-1728B52AA6E4}">
                <adec:decorative xmlns:adec="http://schemas.microsoft.com/office/drawing/2017/decorative" val="1"/>
              </a:ext>
            </a:extLst>
          </p:cNvPr>
          <p:cNvSpPr>
            <a:spLocks/>
          </p:cNvSpPr>
          <p:nvPr/>
        </p:nvSpPr>
        <p:spPr bwMode="auto">
          <a:xfrm>
            <a:off x="588263" y="1581150"/>
            <a:ext cx="11011598" cy="226695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6" name="Graphic 5" descr="SQL Pool">
            <a:extLst>
              <a:ext uri="{FF2B5EF4-FFF2-40B4-BE49-F238E27FC236}">
                <a16:creationId xmlns:a16="http://schemas.microsoft.com/office/drawing/2014/main" id="{29437F04-5327-4906-C710-CA1577B75F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7091" y="2321072"/>
            <a:ext cx="787110" cy="787108"/>
          </a:xfrm>
          <a:prstGeom prst="rect">
            <a:avLst/>
          </a:prstGeom>
        </p:spPr>
      </p:pic>
      <p:sp>
        <p:nvSpPr>
          <p:cNvPr id="4" name="TextBox 3">
            <a:extLst>
              <a:ext uri="{FF2B5EF4-FFF2-40B4-BE49-F238E27FC236}">
                <a16:creationId xmlns:a16="http://schemas.microsoft.com/office/drawing/2014/main" id="{0C516AB2-7625-6915-E58D-6754942693B9}"/>
              </a:ext>
            </a:extLst>
          </p:cNvPr>
          <p:cNvSpPr txBox="1">
            <a:spLocks/>
          </p:cNvSpPr>
          <p:nvPr/>
        </p:nvSpPr>
        <p:spPr>
          <a:xfrm>
            <a:off x="2362200" y="1975961"/>
            <a:ext cx="9030652" cy="1477328"/>
          </a:xfrm>
          <a:prstGeom prst="rect">
            <a:avLst/>
          </a:prstGeom>
          <a:noFill/>
        </p:spPr>
        <p:txBody>
          <a:bodyPr wrap="square" lIns="0" tIns="0" rIns="0" bIns="0" anchor="ctr">
            <a:spAutoFit/>
          </a:bodyPr>
          <a:lstStyle>
            <a:defPPr>
              <a:defRPr lang="en-US"/>
            </a:defPPr>
            <a:lvl1pPr>
              <a:defRPr sz="1400"/>
            </a:lvl1pPr>
          </a:lstStyle>
          <a:p>
            <a:r>
              <a:rPr lang="en-US" sz="1600" dirty="0"/>
              <a:t>USE RetailDB;</a:t>
            </a:r>
          </a:p>
          <a:p>
            <a:r>
              <a:rPr lang="en-US" sz="1600" dirty="0"/>
              <a:t>GO</a:t>
            </a:r>
          </a:p>
          <a:p>
            <a:endParaRPr lang="en-US" sz="1600" dirty="0"/>
          </a:p>
          <a:p>
            <a:r>
              <a:rPr lang="en-US" sz="1600" dirty="0"/>
              <a:t>SELECT CustomerID, FirstName, LastName</a:t>
            </a:r>
          </a:p>
          <a:p>
            <a:r>
              <a:rPr lang="en-US" sz="1600" dirty="0"/>
              <a:t>FROM Customer</a:t>
            </a:r>
          </a:p>
          <a:p>
            <a:r>
              <a:rPr lang="en-US" sz="1600" dirty="0"/>
              <a:t>ORDER BY LastName;</a:t>
            </a:r>
          </a:p>
        </p:txBody>
      </p:sp>
      <p:sp>
        <p:nvSpPr>
          <p:cNvPr id="8" name="Rectangle 7">
            <a:extLst>
              <a:ext uri="{FF2B5EF4-FFF2-40B4-BE49-F238E27FC236}">
                <a16:creationId xmlns:a16="http://schemas.microsoft.com/office/drawing/2014/main" id="{6CF9388E-98ED-0F23-A23E-9A45EAC85861}"/>
              </a:ext>
              <a:ext uri="{C183D7F6-B498-43B3-948B-1728B52AA6E4}">
                <adec:decorative xmlns:adec="http://schemas.microsoft.com/office/drawing/2017/decorative" val="1"/>
              </a:ext>
            </a:extLst>
          </p:cNvPr>
          <p:cNvSpPr>
            <a:spLocks/>
          </p:cNvSpPr>
          <p:nvPr/>
        </p:nvSpPr>
        <p:spPr bwMode="auto">
          <a:xfrm>
            <a:off x="588263" y="4005834"/>
            <a:ext cx="11011598" cy="226695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9" name="Picture 8" descr="Spark pool">
            <a:extLst>
              <a:ext uri="{FF2B5EF4-FFF2-40B4-BE49-F238E27FC236}">
                <a16:creationId xmlns:a16="http://schemas.microsoft.com/office/drawing/2014/main" id="{A6546AA9-444A-0100-BD6F-EAA700603445}"/>
              </a:ext>
            </a:extLst>
          </p:cNvPr>
          <p:cNvPicPr>
            <a:picLocks noChangeAspect="1"/>
          </p:cNvPicPr>
          <p:nvPr/>
        </p:nvPicPr>
        <p:blipFill rotWithShape="1">
          <a:blip r:embed="rId5"/>
          <a:srcRect l="8247" r="3698"/>
          <a:stretch/>
        </p:blipFill>
        <p:spPr>
          <a:xfrm>
            <a:off x="887343" y="4677727"/>
            <a:ext cx="1146604" cy="923166"/>
          </a:xfrm>
          <a:prstGeom prst="rect">
            <a:avLst/>
          </a:prstGeom>
        </p:spPr>
      </p:pic>
      <p:sp>
        <p:nvSpPr>
          <p:cNvPr id="7" name="TextBox 6">
            <a:extLst>
              <a:ext uri="{FF2B5EF4-FFF2-40B4-BE49-F238E27FC236}">
                <a16:creationId xmlns:a16="http://schemas.microsoft.com/office/drawing/2014/main" id="{BC7F24BB-4464-A71A-423B-ABB28C669B97}"/>
              </a:ext>
            </a:extLst>
          </p:cNvPr>
          <p:cNvSpPr txBox="1">
            <a:spLocks/>
          </p:cNvSpPr>
          <p:nvPr/>
        </p:nvSpPr>
        <p:spPr>
          <a:xfrm>
            <a:off x="2362200" y="4523756"/>
            <a:ext cx="9030652" cy="1231106"/>
          </a:xfrm>
          <a:prstGeom prst="rect">
            <a:avLst/>
          </a:prstGeom>
          <a:noFill/>
        </p:spPr>
        <p:txBody>
          <a:bodyPr wrap="square" lIns="0" tIns="0" rIns="0" bIns="0" anchor="ctr">
            <a:spAutoFit/>
          </a:bodyPr>
          <a:lstStyle>
            <a:defPPr>
              <a:defRPr lang="en-US"/>
            </a:defPPr>
            <a:lvl1pPr>
              <a:defRPr sz="1400"/>
            </a:lvl1pPr>
          </a:lstStyle>
          <a:p>
            <a:r>
              <a:rPr lang="en-US" sz="1600" dirty="0"/>
              <a:t>%%sql</a:t>
            </a:r>
          </a:p>
          <a:p>
            <a:endParaRPr lang="en-US" sz="1600" dirty="0"/>
          </a:p>
          <a:p>
            <a:r>
              <a:rPr lang="en-US" sz="1600" dirty="0"/>
              <a:t>INSERT INTO ‘</a:t>
            </a:r>
            <a:r>
              <a:rPr lang="en-US" sz="1600" dirty="0" err="1"/>
              <a:t>RetailDB</a:t>
            </a:r>
            <a:r>
              <a:rPr lang="en-US" sz="1600" dirty="0"/>
              <a:t>’.’Customer’ VALUES (123, ‘John’, ‘Yang’)</a:t>
            </a:r>
          </a:p>
          <a:p>
            <a:endParaRPr lang="en-US" sz="1600" dirty="0"/>
          </a:p>
          <a:p>
            <a:r>
              <a:rPr lang="en-US" sz="1600" dirty="0"/>
              <a:t>SELECT * FROM ‘</a:t>
            </a:r>
            <a:r>
              <a:rPr lang="en-US" sz="1600" dirty="0" err="1"/>
              <a:t>RetailDB</a:t>
            </a:r>
            <a:r>
              <a:rPr lang="en-US" sz="1600" dirty="0"/>
              <a:t>’.’Customer’ WHERE CustomerID = 123</a:t>
            </a:r>
          </a:p>
        </p:txBody>
      </p:sp>
      <p:sp>
        <p:nvSpPr>
          <p:cNvPr id="5" name="Footer Placeholder 4">
            <a:extLst>
              <a:ext uri="{FF2B5EF4-FFF2-40B4-BE49-F238E27FC236}">
                <a16:creationId xmlns:a16="http://schemas.microsoft.com/office/drawing/2014/main" id="{E48F29DE-697F-59E6-C517-9BE9F658C612}"/>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endParaRPr lang="en-US" dirty="0">
              <a:solidFill>
                <a:srgbClr val="000000"/>
              </a:solidFill>
            </a:endParaRPr>
          </a:p>
        </p:txBody>
      </p:sp>
    </p:spTree>
    <p:extLst>
      <p:ext uri="{BB962C8B-B14F-4D97-AF65-F5344CB8AC3E}">
        <p14:creationId xmlns:p14="http://schemas.microsoft.com/office/powerpoint/2010/main" val="366747039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a:bodyPr>
          <a:lstStyle/>
          <a:p>
            <a:r>
              <a:rPr lang="en-US" dirty="0"/>
              <a:t>LAB 4: </a:t>
            </a:r>
            <a:r>
              <a:rPr lang="it-IT" dirty="0"/>
              <a:t>Analyze data in a lake database</a:t>
            </a:r>
            <a:endParaRPr lang="en-US" dirty="0"/>
          </a:p>
        </p:txBody>
      </p:sp>
      <p:sp>
        <p:nvSpPr>
          <p:cNvPr id="3" name="Subtitle 2">
            <a:extLst>
              <a:ext uri="{FF2B5EF4-FFF2-40B4-BE49-F238E27FC236}">
                <a16:creationId xmlns:a16="http://schemas.microsoft.com/office/drawing/2014/main" id="{78BC2C14-5B54-4319-BA1D-46B0C6B5B674}"/>
              </a:ext>
            </a:extLst>
          </p:cNvPr>
          <p:cNvSpPr>
            <a:spLocks noGrp="1"/>
          </p:cNvSpPr>
          <p:nvPr>
            <p:ph type="subTitle" idx="1"/>
          </p:nvPr>
        </p:nvSpPr>
        <p:spPr>
          <a:xfrm>
            <a:off x="1387813" y="4843830"/>
            <a:ext cx="9144000" cy="531554"/>
          </a:xfrm>
        </p:spPr>
        <p:txBody>
          <a:bodyPr/>
          <a:lstStyle/>
          <a:p>
            <a:r>
              <a:rPr lang="en-US" dirty="0"/>
              <a:t>60 minutes</a:t>
            </a:r>
          </a:p>
        </p:txBody>
      </p:sp>
    </p:spTree>
    <p:extLst>
      <p:ext uri="{BB962C8B-B14F-4D97-AF65-F5344CB8AC3E}">
        <p14:creationId xmlns:p14="http://schemas.microsoft.com/office/powerpoint/2010/main" val="864638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7F1A192-7B21-4F6E-BA73-9F45523C2F1C}"/>
              </a:ext>
            </a:extLst>
          </p:cNvPr>
          <p:cNvSpPr/>
          <p:nvPr/>
        </p:nvSpPr>
        <p:spPr>
          <a:xfrm>
            <a:off x="196880" y="415636"/>
            <a:ext cx="5770783" cy="548060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Footer Placeholder 1">
            <a:extLst>
              <a:ext uri="{FF2B5EF4-FFF2-40B4-BE49-F238E27FC236}">
                <a16:creationId xmlns:a16="http://schemas.microsoft.com/office/drawing/2014/main" id="{2B6874AB-14C3-44E9-80FD-CC5DB10A9D8F}"/>
              </a:ext>
            </a:extLst>
          </p:cNvPr>
          <p:cNvSpPr>
            <a:spLocks noGrp="1"/>
          </p:cNvSpPr>
          <p:nvPr>
            <p:ph type="ftr" sz="quarter" idx="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a:ln>
                  <a:noFill/>
                </a:ln>
                <a:solidFill>
                  <a:srgbClr val="E7E6E6">
                    <a:lumMod val="90000"/>
                    <a:alpha val="70000"/>
                  </a:srgbClr>
                </a:solidFill>
                <a:effectLst/>
                <a:uLnTx/>
                <a:uFillTx/>
                <a:latin typeface="Montserrat"/>
                <a:ea typeface="+mn-ea"/>
                <a:cs typeface="+mn-cs"/>
              </a:rPr>
              <a:t>WWW.SOLLIANCE.NET</a:t>
            </a:r>
            <a:endPar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endParaRPr>
          </a:p>
        </p:txBody>
      </p:sp>
      <p:sp>
        <p:nvSpPr>
          <p:cNvPr id="3" name="Slide Number Placeholder 2">
            <a:extLst>
              <a:ext uri="{FF2B5EF4-FFF2-40B4-BE49-F238E27FC236}">
                <a16:creationId xmlns:a16="http://schemas.microsoft.com/office/drawing/2014/main" id="{D017DAEE-C656-4C65-A5D2-E48BAEFA9727}"/>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5" name="TextBox 4">
            <a:extLst>
              <a:ext uri="{FF2B5EF4-FFF2-40B4-BE49-F238E27FC236}">
                <a16:creationId xmlns:a16="http://schemas.microsoft.com/office/drawing/2014/main" id="{94FB7EED-4B8A-4B65-AB21-02FED0BA5130}"/>
              </a:ext>
            </a:extLst>
          </p:cNvPr>
          <p:cNvSpPr txBox="1"/>
          <p:nvPr/>
        </p:nvSpPr>
        <p:spPr>
          <a:xfrm>
            <a:off x="609004" y="3773179"/>
            <a:ext cx="46089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A1F20"/>
                </a:solidFill>
                <a:effectLst/>
                <a:uLnTx/>
                <a:uFillTx/>
                <a:latin typeface="Montserrat"/>
                <a:ea typeface="+mn-ea"/>
                <a:cs typeface="+mn-cs"/>
              </a:rPr>
              <a:t>Conference workshop presentations</a:t>
            </a:r>
          </a:p>
        </p:txBody>
      </p:sp>
      <p:sp>
        <p:nvSpPr>
          <p:cNvPr id="6" name="TextBox 5">
            <a:extLst>
              <a:ext uri="{FF2B5EF4-FFF2-40B4-BE49-F238E27FC236}">
                <a16:creationId xmlns:a16="http://schemas.microsoft.com/office/drawing/2014/main" id="{D6A93C50-D442-4753-8FD1-DD2C0BA6596E}"/>
              </a:ext>
            </a:extLst>
          </p:cNvPr>
          <p:cNvSpPr txBox="1"/>
          <p:nvPr/>
        </p:nvSpPr>
        <p:spPr>
          <a:xfrm>
            <a:off x="8006688" y="3773179"/>
            <a:ext cx="234551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A1F20"/>
                </a:solidFill>
                <a:effectLst/>
                <a:uLnTx/>
                <a:uFillTx/>
                <a:latin typeface="Montserrat"/>
                <a:ea typeface="+mn-ea"/>
                <a:cs typeface="+mn-cs"/>
              </a:rPr>
              <a:t>Solliance Training</a:t>
            </a:r>
          </a:p>
        </p:txBody>
      </p:sp>
      <p:sp>
        <p:nvSpPr>
          <p:cNvPr id="11" name="TextBox 10">
            <a:extLst>
              <a:ext uri="{FF2B5EF4-FFF2-40B4-BE49-F238E27FC236}">
                <a16:creationId xmlns:a16="http://schemas.microsoft.com/office/drawing/2014/main" id="{896EB98A-476E-40A9-A745-EA89D27E221A}"/>
              </a:ext>
            </a:extLst>
          </p:cNvPr>
          <p:cNvSpPr txBox="1"/>
          <p:nvPr/>
        </p:nvSpPr>
        <p:spPr>
          <a:xfrm>
            <a:off x="393875" y="4281252"/>
            <a:ext cx="5376792"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F20"/>
                </a:solidFill>
                <a:effectLst/>
                <a:uLnTx/>
                <a:uFillTx/>
                <a:latin typeface="Montserrat"/>
                <a:ea typeface="+mn-ea"/>
                <a:cs typeface="+mn-cs"/>
              </a:rPr>
              <a:t>https://aka.solliance.net/azure-de-workshop</a:t>
            </a:r>
          </a:p>
        </p:txBody>
      </p:sp>
      <p:sp>
        <p:nvSpPr>
          <p:cNvPr id="13" name="TextBox 12">
            <a:extLst>
              <a:ext uri="{FF2B5EF4-FFF2-40B4-BE49-F238E27FC236}">
                <a16:creationId xmlns:a16="http://schemas.microsoft.com/office/drawing/2014/main" id="{F97CC591-EAC5-423A-A04E-D3FC6A83C0A2}"/>
              </a:ext>
            </a:extLst>
          </p:cNvPr>
          <p:cNvSpPr txBox="1"/>
          <p:nvPr/>
        </p:nvSpPr>
        <p:spPr>
          <a:xfrm>
            <a:off x="7547237" y="4282500"/>
            <a:ext cx="370033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F20"/>
                </a:solidFill>
                <a:effectLst/>
                <a:uLnTx/>
                <a:uFillTx/>
                <a:latin typeface="Montserrat"/>
                <a:ea typeface="+mn-ea"/>
                <a:cs typeface="+mn-cs"/>
              </a:rPr>
              <a:t>https://</a:t>
            </a:r>
            <a:r>
              <a:rPr lang="en-US" dirty="0">
                <a:solidFill>
                  <a:srgbClr val="1A1F20"/>
                </a:solidFill>
                <a:latin typeface="Montserrat"/>
              </a:rPr>
              <a:t>training</a:t>
            </a:r>
            <a:r>
              <a:rPr kumimoji="0" lang="en-US" sz="1800" b="0" i="0" u="none" strike="noStrike" kern="1200" cap="none" spc="0" normalizeH="0" baseline="0" noProof="0" dirty="0">
                <a:ln>
                  <a:noFill/>
                </a:ln>
                <a:solidFill>
                  <a:srgbClr val="1A1F20"/>
                </a:solidFill>
                <a:effectLst/>
                <a:uLnTx/>
                <a:uFillTx/>
                <a:latin typeface="Montserrat"/>
                <a:ea typeface="+mn-ea"/>
                <a:cs typeface="+mn-cs"/>
              </a:rPr>
              <a:t>.solliance.net</a:t>
            </a:r>
          </a:p>
        </p:txBody>
      </p:sp>
      <p:pic>
        <p:nvPicPr>
          <p:cNvPr id="1026" name="Picture 2" descr="QR Code">
            <a:extLst>
              <a:ext uri="{FF2B5EF4-FFF2-40B4-BE49-F238E27FC236}">
                <a16:creationId xmlns:a16="http://schemas.microsoft.com/office/drawing/2014/main" id="{1D7A47C7-C731-4004-AFCD-36240B7736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81583" y="1204651"/>
            <a:ext cx="1779513" cy="177951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R Code">
            <a:extLst>
              <a:ext uri="{FF2B5EF4-FFF2-40B4-BE49-F238E27FC236}">
                <a16:creationId xmlns:a16="http://schemas.microsoft.com/office/drawing/2014/main" id="{42A41038-8706-4D68-A0D4-111768C734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23725" y="1204651"/>
            <a:ext cx="1779513" cy="17795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6157144"/>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2f988bf-86f1-41af-91ab-2d7cd011db47}" enabled="0" method="" siteId="{72f988bf-86f1-41af-91ab-2d7cd011db47}" removed="1"/>
</clbl:labelList>
</file>

<file path=docProps/app.xml><?xml version="1.0" encoding="utf-8"?>
<Properties xmlns="http://schemas.openxmlformats.org/officeDocument/2006/extended-properties" xmlns:vt="http://schemas.openxmlformats.org/officeDocument/2006/docPropsVTypes">
  <TotalTime>4025</TotalTime>
  <Words>794</Words>
  <Application>Microsoft Office PowerPoint</Application>
  <PresentationFormat>Widescreen</PresentationFormat>
  <Paragraphs>85</Paragraphs>
  <Slides>9</Slides>
  <Notes>8</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Calibri</vt:lpstr>
      <vt:lpstr>Catamaran ExtraBold</vt:lpstr>
      <vt:lpstr>Helvetica Neue</vt:lpstr>
      <vt:lpstr>Lucida Sans</vt:lpstr>
      <vt:lpstr>Montserrat</vt:lpstr>
      <vt:lpstr>Segoe UI</vt:lpstr>
      <vt:lpstr>Office Theme</vt:lpstr>
      <vt:lpstr>Analyze data in a lake database</vt:lpstr>
      <vt:lpstr>Introducing lake databases </vt:lpstr>
      <vt:lpstr>Lake databases</vt:lpstr>
      <vt:lpstr>Lake database concepts</vt:lpstr>
      <vt:lpstr>Database templates</vt:lpstr>
      <vt:lpstr>Database designer</vt:lpstr>
      <vt:lpstr>Use a lake database</vt:lpstr>
      <vt:lpstr>LAB 4: Analyze data in a lake database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Joel Hulen</cp:lastModifiedBy>
  <cp:revision>28</cp:revision>
  <dcterms:created xsi:type="dcterms:W3CDTF">2021-04-14T17:02:56Z</dcterms:created>
  <dcterms:modified xsi:type="dcterms:W3CDTF">2024-09-07T14:14:58Z</dcterms:modified>
</cp:coreProperties>
</file>